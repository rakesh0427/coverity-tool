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  <p:sldMasterId id="2147483750" r:id="rId5"/>
    <p:sldMasterId id="2147483765" r:id="rId6"/>
  </p:sldMasterIdLst>
  <p:notesMasterIdLst>
    <p:notesMasterId r:id="rId11"/>
  </p:notesMasterIdLst>
  <p:sldIdLst>
    <p:sldId id="256" r:id="rId7"/>
    <p:sldId id="259" r:id="rId8"/>
    <p:sldId id="260" r:id="rId9"/>
    <p:sldId id="261" r:id="rId10"/>
  </p:sldIdLst>
  <p:sldSz cx="12192000" cy="6858000"/>
  <p:notesSz cx="6888163" cy="100187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B9BB"/>
    <a:srgbClr val="06464B"/>
    <a:srgbClr val="2C6A6E"/>
    <a:srgbClr val="1E1E25"/>
    <a:srgbClr val="FFB499"/>
    <a:srgbClr val="FF8F66"/>
    <a:srgbClr val="FF4400"/>
    <a:srgbClr val="FFFFFF"/>
    <a:srgbClr val="6A9699"/>
    <a:srgbClr val="BC0E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30" autoAdjust="0"/>
    <p:restoredTop sz="94709" autoAdjust="0"/>
  </p:normalViewPr>
  <p:slideViewPr>
    <p:cSldViewPr snapToGrid="0" showGuides="1">
      <p:cViewPr varScale="1">
        <p:scale>
          <a:sx n="51" d="100"/>
          <a:sy n="51" d="100"/>
        </p:scale>
        <p:origin x="1328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56BD5BD4-9FDC-409C-9554-D0DEDA0DDFA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45AA44F1-6C9B-4D49-8DC7-912D9F7E9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56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558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530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74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1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5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574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6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064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7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131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8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5577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9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E065A8C-C5AB-BC59-7A25-72A24074E4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028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10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862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1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39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1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465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1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3251964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3429000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D729C2C-1A01-AB9F-7E3F-5AB8C5966F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488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ense and Space Cover #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199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ense and Space Cover #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203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ense and Space Cover #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88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ense and Space Cover #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610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ense and Space Cover #5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076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ense and Space Cover #6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619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ense and Space Cover #7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970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3250800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3430800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056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589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E065A8C-C5AB-BC59-7A25-72A24074E4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80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E065A8C-C5AB-BC59-7A25-72A24074E4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892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5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3250800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3430800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E065A8C-C5AB-BC59-7A25-72A24074E4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397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6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3250800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3430800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E065A8C-C5AB-BC59-7A25-72A24074E4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92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7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E065A8C-C5AB-BC59-7A25-72A24074E4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169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8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3250800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3430800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53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9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3175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E065A8C-C5AB-BC59-7A25-72A24074E4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95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10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618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Cover #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4000"/>
            <a:ext cx="9198000" cy="147960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6216ED1-5256-FC13-6D78-991B4C1E765F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6A31AFB-E08C-F1D1-81A8-195DDFF62B9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69393C-24E7-1F56-DE7E-3C3413A20A8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FA2805-AE76-AC6E-1B38-4A8EFDF9B86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C0CD1C-CFE6-8B02-A0C6-49D01CD8762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6A603A-1676-4C32-3339-C6C59F510263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73997D3-F876-E52E-7621-4883BFCB00F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F6E430-14CF-5B79-2DB5-99EFB74202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C980F6-BDF4-A2B5-D6DC-7E1C9ACC9C1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5345315-EF4D-958E-5B75-D4024E09A8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2B1201-456A-15B7-2C18-D6299389936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1EBE11-DE58-E81C-40CD-6AFDCC8057D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C504F42-A7AA-8446-1F01-81159E723BD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52A53FE-C61A-E2F3-6723-27D64F9611E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018D020-8477-A1A9-E700-E6615792E9D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BBD3CB3-C472-5386-885F-01507F2EDF94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22" name="Line 5">
              <a:extLst>
                <a:ext uri="{FF2B5EF4-FFF2-40B4-BE49-F238E27FC236}">
                  <a16:creationId xmlns:a16="http://schemas.microsoft.com/office/drawing/2014/main" id="{D29606E8-3A85-2771-BABF-36CADC78A1D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6">
              <a:extLst>
                <a:ext uri="{FF2B5EF4-FFF2-40B4-BE49-F238E27FC236}">
                  <a16:creationId xmlns:a16="http://schemas.microsoft.com/office/drawing/2014/main" id="{45027461-0EE2-F165-B989-7C5B4FEDD8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7">
              <a:extLst>
                <a:ext uri="{FF2B5EF4-FFF2-40B4-BE49-F238E27FC236}">
                  <a16:creationId xmlns:a16="http://schemas.microsoft.com/office/drawing/2014/main" id="{7082589F-B9FF-50DF-6B93-7EB2CF636B7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8">
              <a:extLst>
                <a:ext uri="{FF2B5EF4-FFF2-40B4-BE49-F238E27FC236}">
                  <a16:creationId xmlns:a16="http://schemas.microsoft.com/office/drawing/2014/main" id="{72BF07D4-1A61-2019-26FD-CC58129BAE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9">
              <a:extLst>
                <a:ext uri="{FF2B5EF4-FFF2-40B4-BE49-F238E27FC236}">
                  <a16:creationId xmlns:a16="http://schemas.microsoft.com/office/drawing/2014/main" id="{20D6EB15-00FE-01CD-AA2C-93DE24305F3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10">
              <a:extLst>
                <a:ext uri="{FF2B5EF4-FFF2-40B4-BE49-F238E27FC236}">
                  <a16:creationId xmlns:a16="http://schemas.microsoft.com/office/drawing/2014/main" id="{2FE92AD4-BF47-51F2-DA0C-C7B2B50105A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11">
              <a:extLst>
                <a:ext uri="{FF2B5EF4-FFF2-40B4-BE49-F238E27FC236}">
                  <a16:creationId xmlns:a16="http://schemas.microsoft.com/office/drawing/2014/main" id="{42D7D9E8-6EB2-D3FE-67DD-CA713864311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12">
              <a:extLst>
                <a:ext uri="{FF2B5EF4-FFF2-40B4-BE49-F238E27FC236}">
                  <a16:creationId xmlns:a16="http://schemas.microsoft.com/office/drawing/2014/main" id="{54FAE831-DFD6-7506-3C8C-F315DED3875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13">
              <a:extLst>
                <a:ext uri="{FF2B5EF4-FFF2-40B4-BE49-F238E27FC236}">
                  <a16:creationId xmlns:a16="http://schemas.microsoft.com/office/drawing/2014/main" id="{D54E022F-76DE-ABF8-6C7F-3F57261667D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14">
              <a:extLst>
                <a:ext uri="{FF2B5EF4-FFF2-40B4-BE49-F238E27FC236}">
                  <a16:creationId xmlns:a16="http://schemas.microsoft.com/office/drawing/2014/main" id="{1C3A14AA-DF12-748C-4D30-EC041A74A86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15">
              <a:extLst>
                <a:ext uri="{FF2B5EF4-FFF2-40B4-BE49-F238E27FC236}">
                  <a16:creationId xmlns:a16="http://schemas.microsoft.com/office/drawing/2014/main" id="{25704C2B-FF86-9E21-3077-E8B4BD906F5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Line 16">
              <a:extLst>
                <a:ext uri="{FF2B5EF4-FFF2-40B4-BE49-F238E27FC236}">
                  <a16:creationId xmlns:a16="http://schemas.microsoft.com/office/drawing/2014/main" id="{808493CF-08C1-AB81-DA90-A630AA8E632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17">
              <a:extLst>
                <a:ext uri="{FF2B5EF4-FFF2-40B4-BE49-F238E27FC236}">
                  <a16:creationId xmlns:a16="http://schemas.microsoft.com/office/drawing/2014/main" id="{038A468E-1149-AB29-121E-57C33D990CA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Line 18">
              <a:extLst>
                <a:ext uri="{FF2B5EF4-FFF2-40B4-BE49-F238E27FC236}">
                  <a16:creationId xmlns:a16="http://schemas.microsoft.com/office/drawing/2014/main" id="{E45211EC-A343-1969-5414-5F3D17B0E91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Line 19">
              <a:extLst>
                <a:ext uri="{FF2B5EF4-FFF2-40B4-BE49-F238E27FC236}">
                  <a16:creationId xmlns:a16="http://schemas.microsoft.com/office/drawing/2014/main" id="{5795E0DA-C93D-FD93-94D6-E02D14D6A4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20">
              <a:extLst>
                <a:ext uri="{FF2B5EF4-FFF2-40B4-BE49-F238E27FC236}">
                  <a16:creationId xmlns:a16="http://schemas.microsoft.com/office/drawing/2014/main" id="{12325B99-96CF-32D0-B8DD-9A87FAC6F9F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21">
              <a:extLst>
                <a:ext uri="{FF2B5EF4-FFF2-40B4-BE49-F238E27FC236}">
                  <a16:creationId xmlns:a16="http://schemas.microsoft.com/office/drawing/2014/main" id="{5C12508B-EB8F-AE68-6685-2E718E62F3B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Line 22">
              <a:extLst>
                <a:ext uri="{FF2B5EF4-FFF2-40B4-BE49-F238E27FC236}">
                  <a16:creationId xmlns:a16="http://schemas.microsoft.com/office/drawing/2014/main" id="{E98972FF-D85C-A731-E0F5-B556BA64D5E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Line 23">
              <a:extLst>
                <a:ext uri="{FF2B5EF4-FFF2-40B4-BE49-F238E27FC236}">
                  <a16:creationId xmlns:a16="http://schemas.microsoft.com/office/drawing/2014/main" id="{914A4EEF-BAFD-8A6C-F5EE-F86D8F98270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Line 24">
              <a:extLst>
                <a:ext uri="{FF2B5EF4-FFF2-40B4-BE49-F238E27FC236}">
                  <a16:creationId xmlns:a16="http://schemas.microsoft.com/office/drawing/2014/main" id="{6FC92CBB-4624-A2FA-6D99-AC51A8D8525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Line 25">
              <a:extLst>
                <a:ext uri="{FF2B5EF4-FFF2-40B4-BE49-F238E27FC236}">
                  <a16:creationId xmlns:a16="http://schemas.microsoft.com/office/drawing/2014/main" id="{EF393A26-A8BC-5E90-CC05-6B857CA50BD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8842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Cover #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4B2CC95-FEBA-BFAC-3461-7917807EC8C2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12" name="Line 5">
              <a:extLst>
                <a:ext uri="{FF2B5EF4-FFF2-40B4-BE49-F238E27FC236}">
                  <a16:creationId xmlns:a16="http://schemas.microsoft.com/office/drawing/2014/main" id="{2C836A9E-FCB1-EC1C-5896-DF5B2776D2D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15D60FCD-81D0-4B1D-026B-9023508606E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7">
              <a:extLst>
                <a:ext uri="{FF2B5EF4-FFF2-40B4-BE49-F238E27FC236}">
                  <a16:creationId xmlns:a16="http://schemas.microsoft.com/office/drawing/2014/main" id="{E6EDE9F9-4812-1CFF-D7CF-5AE0B30404C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8">
              <a:extLst>
                <a:ext uri="{FF2B5EF4-FFF2-40B4-BE49-F238E27FC236}">
                  <a16:creationId xmlns:a16="http://schemas.microsoft.com/office/drawing/2014/main" id="{61F699B6-4A65-B481-EE67-F04A8585F3C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F56C9CF7-368A-D185-966A-212ABCDE9B5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0">
              <a:extLst>
                <a:ext uri="{FF2B5EF4-FFF2-40B4-BE49-F238E27FC236}">
                  <a16:creationId xmlns:a16="http://schemas.microsoft.com/office/drawing/2014/main" id="{DFA817D5-A3F6-C646-75D3-3A089EF0065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11">
              <a:extLst>
                <a:ext uri="{FF2B5EF4-FFF2-40B4-BE49-F238E27FC236}">
                  <a16:creationId xmlns:a16="http://schemas.microsoft.com/office/drawing/2014/main" id="{4194FD57-5D88-EE87-F9DE-49180E701CD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12">
              <a:extLst>
                <a:ext uri="{FF2B5EF4-FFF2-40B4-BE49-F238E27FC236}">
                  <a16:creationId xmlns:a16="http://schemas.microsoft.com/office/drawing/2014/main" id="{DDC3507B-EB41-77C3-5B82-23ED42F9F23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13">
              <a:extLst>
                <a:ext uri="{FF2B5EF4-FFF2-40B4-BE49-F238E27FC236}">
                  <a16:creationId xmlns:a16="http://schemas.microsoft.com/office/drawing/2014/main" id="{AD3562BD-B018-2611-BD72-20A199C4869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14">
              <a:extLst>
                <a:ext uri="{FF2B5EF4-FFF2-40B4-BE49-F238E27FC236}">
                  <a16:creationId xmlns:a16="http://schemas.microsoft.com/office/drawing/2014/main" id="{B1273240-9FEA-6CD1-829D-9FE548F39CE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15">
              <a:extLst>
                <a:ext uri="{FF2B5EF4-FFF2-40B4-BE49-F238E27FC236}">
                  <a16:creationId xmlns:a16="http://schemas.microsoft.com/office/drawing/2014/main" id="{1420CB93-42B8-0DCD-586C-AA71405457B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C286FD6C-6086-2A07-6315-C5D50771E6F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17">
              <a:extLst>
                <a:ext uri="{FF2B5EF4-FFF2-40B4-BE49-F238E27FC236}">
                  <a16:creationId xmlns:a16="http://schemas.microsoft.com/office/drawing/2014/main" id="{0F87F87B-6E16-F34B-38FF-80F5F137553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18">
              <a:extLst>
                <a:ext uri="{FF2B5EF4-FFF2-40B4-BE49-F238E27FC236}">
                  <a16:creationId xmlns:a16="http://schemas.microsoft.com/office/drawing/2014/main" id="{21520E53-479B-4F8E-9AE5-2B92CE5C2A6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19">
              <a:extLst>
                <a:ext uri="{FF2B5EF4-FFF2-40B4-BE49-F238E27FC236}">
                  <a16:creationId xmlns:a16="http://schemas.microsoft.com/office/drawing/2014/main" id="{C94F1204-7042-7D10-4D4C-3AAB3464DC5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20">
              <a:extLst>
                <a:ext uri="{FF2B5EF4-FFF2-40B4-BE49-F238E27FC236}">
                  <a16:creationId xmlns:a16="http://schemas.microsoft.com/office/drawing/2014/main" id="{6A9DD06A-723F-2F59-9D0A-902B75562D4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1">
              <a:extLst>
                <a:ext uri="{FF2B5EF4-FFF2-40B4-BE49-F238E27FC236}">
                  <a16:creationId xmlns:a16="http://schemas.microsoft.com/office/drawing/2014/main" id="{FC45F135-B414-04CC-C083-778CD71B1C7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2">
              <a:extLst>
                <a:ext uri="{FF2B5EF4-FFF2-40B4-BE49-F238E27FC236}">
                  <a16:creationId xmlns:a16="http://schemas.microsoft.com/office/drawing/2014/main" id="{4A044789-C4D4-1550-27A2-A4FA44608D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23">
              <a:extLst>
                <a:ext uri="{FF2B5EF4-FFF2-40B4-BE49-F238E27FC236}">
                  <a16:creationId xmlns:a16="http://schemas.microsoft.com/office/drawing/2014/main" id="{F6B27E77-FC66-57D7-85C8-C19075672CF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24">
              <a:extLst>
                <a:ext uri="{FF2B5EF4-FFF2-40B4-BE49-F238E27FC236}">
                  <a16:creationId xmlns:a16="http://schemas.microsoft.com/office/drawing/2014/main" id="{3CC24E84-2C89-D6AE-016E-B85A045AE0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25">
              <a:extLst>
                <a:ext uri="{FF2B5EF4-FFF2-40B4-BE49-F238E27FC236}">
                  <a16:creationId xmlns:a16="http://schemas.microsoft.com/office/drawing/2014/main" id="{5A775710-D283-5C8D-C6A5-7AAF0E76D07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904859"/>
            <a:ext cx="5643512" cy="135771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F2254430-6B0E-E975-499A-3FB333A65B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08176" y="384176"/>
            <a:ext cx="5332412" cy="6095999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92042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Cover #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943AB298-08D4-FAA8-5596-DAC0A007E9A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76" name="Line 5">
              <a:extLst>
                <a:ext uri="{FF2B5EF4-FFF2-40B4-BE49-F238E27FC236}">
                  <a16:creationId xmlns:a16="http://schemas.microsoft.com/office/drawing/2014/main" id="{D3F14F53-8FCC-2B20-4F23-1194AA06A28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6">
              <a:extLst>
                <a:ext uri="{FF2B5EF4-FFF2-40B4-BE49-F238E27FC236}">
                  <a16:creationId xmlns:a16="http://schemas.microsoft.com/office/drawing/2014/main" id="{C4DAB2D1-1B06-7E77-DC45-7B17579C7F5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7">
              <a:extLst>
                <a:ext uri="{FF2B5EF4-FFF2-40B4-BE49-F238E27FC236}">
                  <a16:creationId xmlns:a16="http://schemas.microsoft.com/office/drawing/2014/main" id="{939A7C3B-9E13-83FB-EBB1-3323CF3B855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8">
              <a:extLst>
                <a:ext uri="{FF2B5EF4-FFF2-40B4-BE49-F238E27FC236}">
                  <a16:creationId xmlns:a16="http://schemas.microsoft.com/office/drawing/2014/main" id="{AEAEA284-F516-EC02-4641-E71EFDE9008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9">
              <a:extLst>
                <a:ext uri="{FF2B5EF4-FFF2-40B4-BE49-F238E27FC236}">
                  <a16:creationId xmlns:a16="http://schemas.microsoft.com/office/drawing/2014/main" id="{66FB02D3-86D4-8142-32EE-917E0ACC28D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10">
              <a:extLst>
                <a:ext uri="{FF2B5EF4-FFF2-40B4-BE49-F238E27FC236}">
                  <a16:creationId xmlns:a16="http://schemas.microsoft.com/office/drawing/2014/main" id="{06633917-E917-32C1-6EF2-7AFC40E3238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11">
              <a:extLst>
                <a:ext uri="{FF2B5EF4-FFF2-40B4-BE49-F238E27FC236}">
                  <a16:creationId xmlns:a16="http://schemas.microsoft.com/office/drawing/2014/main" id="{F91BDDE2-6EB7-0160-FB57-6F0F038AB14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12">
              <a:extLst>
                <a:ext uri="{FF2B5EF4-FFF2-40B4-BE49-F238E27FC236}">
                  <a16:creationId xmlns:a16="http://schemas.microsoft.com/office/drawing/2014/main" id="{5C9CC456-AB74-C965-E888-B5309B8714B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13">
              <a:extLst>
                <a:ext uri="{FF2B5EF4-FFF2-40B4-BE49-F238E27FC236}">
                  <a16:creationId xmlns:a16="http://schemas.microsoft.com/office/drawing/2014/main" id="{651ABC34-3A4D-3F68-8F7E-8EB968A786F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14">
              <a:extLst>
                <a:ext uri="{FF2B5EF4-FFF2-40B4-BE49-F238E27FC236}">
                  <a16:creationId xmlns:a16="http://schemas.microsoft.com/office/drawing/2014/main" id="{992DA837-A063-1E51-AD03-CE51ECB9DE4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Line 15">
              <a:extLst>
                <a:ext uri="{FF2B5EF4-FFF2-40B4-BE49-F238E27FC236}">
                  <a16:creationId xmlns:a16="http://schemas.microsoft.com/office/drawing/2014/main" id="{791914DF-98CD-6655-CA85-D160D794E4F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Line 16">
              <a:extLst>
                <a:ext uri="{FF2B5EF4-FFF2-40B4-BE49-F238E27FC236}">
                  <a16:creationId xmlns:a16="http://schemas.microsoft.com/office/drawing/2014/main" id="{FB9D5873-9F41-0D0E-1CF6-52C3C956B0A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Line 17">
              <a:extLst>
                <a:ext uri="{FF2B5EF4-FFF2-40B4-BE49-F238E27FC236}">
                  <a16:creationId xmlns:a16="http://schemas.microsoft.com/office/drawing/2014/main" id="{C77D771E-A221-51FB-CB95-3183E14947F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Line 18">
              <a:extLst>
                <a:ext uri="{FF2B5EF4-FFF2-40B4-BE49-F238E27FC236}">
                  <a16:creationId xmlns:a16="http://schemas.microsoft.com/office/drawing/2014/main" id="{A2AC3BD7-43D5-EE2C-08FE-03A820DDB15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Line 19">
              <a:extLst>
                <a:ext uri="{FF2B5EF4-FFF2-40B4-BE49-F238E27FC236}">
                  <a16:creationId xmlns:a16="http://schemas.microsoft.com/office/drawing/2014/main" id="{E4740B5A-D95A-E513-3B1D-EBD4758198E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Line 20">
              <a:extLst>
                <a:ext uri="{FF2B5EF4-FFF2-40B4-BE49-F238E27FC236}">
                  <a16:creationId xmlns:a16="http://schemas.microsoft.com/office/drawing/2014/main" id="{56C644FC-BA8B-A54A-541B-70FFBDC0F36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Line 21">
              <a:extLst>
                <a:ext uri="{FF2B5EF4-FFF2-40B4-BE49-F238E27FC236}">
                  <a16:creationId xmlns:a16="http://schemas.microsoft.com/office/drawing/2014/main" id="{4A1CEC69-BC0A-DE34-A318-898BD1F8CAA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Line 22">
              <a:extLst>
                <a:ext uri="{FF2B5EF4-FFF2-40B4-BE49-F238E27FC236}">
                  <a16:creationId xmlns:a16="http://schemas.microsoft.com/office/drawing/2014/main" id="{CD92B975-D530-E15B-BDD8-0C815FEFDF2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Line 23">
              <a:extLst>
                <a:ext uri="{FF2B5EF4-FFF2-40B4-BE49-F238E27FC236}">
                  <a16:creationId xmlns:a16="http://schemas.microsoft.com/office/drawing/2014/main" id="{E2D4EA24-8D9C-0A7C-11D5-A66E118A86D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Line 24">
              <a:extLst>
                <a:ext uri="{FF2B5EF4-FFF2-40B4-BE49-F238E27FC236}">
                  <a16:creationId xmlns:a16="http://schemas.microsoft.com/office/drawing/2014/main" id="{7D66B61A-3DA5-71D5-818B-9999B94B4B4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Line 25">
              <a:extLst>
                <a:ext uri="{FF2B5EF4-FFF2-40B4-BE49-F238E27FC236}">
                  <a16:creationId xmlns:a16="http://schemas.microsoft.com/office/drawing/2014/main" id="{F9B67F57-8BD9-8154-77B5-0C57F7FED52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4000"/>
            <a:ext cx="9198000" cy="147960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CAF5BEBA-B0B2-5022-AAD3-32BB7BD98B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C276DD6-3FAD-F8DF-C8A0-7D6C062589A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A992FA-61EA-D598-7CC7-383946B8296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E872200-11E8-BED8-0254-E01023EB039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38DF6F1-520E-A752-1ABD-DC3EB523AFE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3AA97C0-F9A6-4551-ADF2-6C466235C49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4DEDE82-0B6E-B9D3-9FE3-E15FC0276AE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0FDF627-3D42-6D49-BDF3-CAE3AADC6EF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DCBCBB6-1A74-D142-44BF-B1BCBBBA3DE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B0A15D2-663F-CF8D-BB44-8F0967D046C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4FF4B75-8A89-2501-A4FC-9F3C1D5F0A1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E9B5623-5DE7-7913-F7AE-D666E6FB4F4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408E3BA-9F20-F4D6-B9B2-3D53419B984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F38026C-418E-70CB-E775-87557DC3090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4A8D062-0E38-4B7F-8F47-15D4E8E39D3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3DDCFA1-EBCB-2DDB-2831-AF0853D3EEC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449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Cover #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781AC0C-8A50-563A-BEE5-E448D06A02BC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A0A25D0D-AD61-9460-EE87-BCF0AA97935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777E01C0-4064-C5E6-343E-93463FDD7F2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78CD191C-66A0-4EB6-A38B-7314186C9C0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71E9DD31-7968-58CF-95DB-C26C0E55C8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Line 9">
              <a:extLst>
                <a:ext uri="{FF2B5EF4-FFF2-40B4-BE49-F238E27FC236}">
                  <a16:creationId xmlns:a16="http://schemas.microsoft.com/office/drawing/2014/main" id="{A5BB00E1-AEF9-3C37-2AFC-93A3DE3E1EF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10">
              <a:extLst>
                <a:ext uri="{FF2B5EF4-FFF2-40B4-BE49-F238E27FC236}">
                  <a16:creationId xmlns:a16="http://schemas.microsoft.com/office/drawing/2014/main" id="{D68BF90C-E825-9110-5BD6-4348124D04E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Line 11">
              <a:extLst>
                <a:ext uri="{FF2B5EF4-FFF2-40B4-BE49-F238E27FC236}">
                  <a16:creationId xmlns:a16="http://schemas.microsoft.com/office/drawing/2014/main" id="{951711CF-5503-CFCE-802B-479BA69C3B2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Line 12">
              <a:extLst>
                <a:ext uri="{FF2B5EF4-FFF2-40B4-BE49-F238E27FC236}">
                  <a16:creationId xmlns:a16="http://schemas.microsoft.com/office/drawing/2014/main" id="{DEC203D9-9B2F-AF9A-8BA1-F815A9FEC2E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13">
              <a:extLst>
                <a:ext uri="{FF2B5EF4-FFF2-40B4-BE49-F238E27FC236}">
                  <a16:creationId xmlns:a16="http://schemas.microsoft.com/office/drawing/2014/main" id="{04A501CE-4B9B-549E-D6B8-EF6FC372497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Line 14">
              <a:extLst>
                <a:ext uri="{FF2B5EF4-FFF2-40B4-BE49-F238E27FC236}">
                  <a16:creationId xmlns:a16="http://schemas.microsoft.com/office/drawing/2014/main" id="{230E9043-1D94-51BD-FFB7-9FBCDFC53F7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Line 15">
              <a:extLst>
                <a:ext uri="{FF2B5EF4-FFF2-40B4-BE49-F238E27FC236}">
                  <a16:creationId xmlns:a16="http://schemas.microsoft.com/office/drawing/2014/main" id="{FC25841A-6944-FEBA-2588-0283934FA26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16">
              <a:extLst>
                <a:ext uri="{FF2B5EF4-FFF2-40B4-BE49-F238E27FC236}">
                  <a16:creationId xmlns:a16="http://schemas.microsoft.com/office/drawing/2014/main" id="{8B68C5C4-4B1D-17CD-3C9A-45F97B0441C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17">
              <a:extLst>
                <a:ext uri="{FF2B5EF4-FFF2-40B4-BE49-F238E27FC236}">
                  <a16:creationId xmlns:a16="http://schemas.microsoft.com/office/drawing/2014/main" id="{0A643EBA-ECB9-4C88-5DDA-57303E0DAB0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18">
              <a:extLst>
                <a:ext uri="{FF2B5EF4-FFF2-40B4-BE49-F238E27FC236}">
                  <a16:creationId xmlns:a16="http://schemas.microsoft.com/office/drawing/2014/main" id="{3EFCF7A4-5A08-E636-093A-F5F4CB28AA4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19">
              <a:extLst>
                <a:ext uri="{FF2B5EF4-FFF2-40B4-BE49-F238E27FC236}">
                  <a16:creationId xmlns:a16="http://schemas.microsoft.com/office/drawing/2014/main" id="{4B94D06F-1457-FC36-04DE-636EB95635E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20">
              <a:extLst>
                <a:ext uri="{FF2B5EF4-FFF2-40B4-BE49-F238E27FC236}">
                  <a16:creationId xmlns:a16="http://schemas.microsoft.com/office/drawing/2014/main" id="{A08EE2A2-4B88-3EA8-23A3-91E6982C992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21">
              <a:extLst>
                <a:ext uri="{FF2B5EF4-FFF2-40B4-BE49-F238E27FC236}">
                  <a16:creationId xmlns:a16="http://schemas.microsoft.com/office/drawing/2014/main" id="{42F27FE3-9A99-9E54-F336-0A1F1316422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22">
              <a:extLst>
                <a:ext uri="{FF2B5EF4-FFF2-40B4-BE49-F238E27FC236}">
                  <a16:creationId xmlns:a16="http://schemas.microsoft.com/office/drawing/2014/main" id="{B7142A21-B72A-F827-C2D2-347DF151A62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23">
              <a:extLst>
                <a:ext uri="{FF2B5EF4-FFF2-40B4-BE49-F238E27FC236}">
                  <a16:creationId xmlns:a16="http://schemas.microsoft.com/office/drawing/2014/main" id="{A2CEBFF7-812A-CA14-7933-2D2444E86FA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24">
              <a:extLst>
                <a:ext uri="{FF2B5EF4-FFF2-40B4-BE49-F238E27FC236}">
                  <a16:creationId xmlns:a16="http://schemas.microsoft.com/office/drawing/2014/main" id="{E6EF617A-92D2-37FE-7EDC-495DA1C3E35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25">
              <a:extLst>
                <a:ext uri="{FF2B5EF4-FFF2-40B4-BE49-F238E27FC236}">
                  <a16:creationId xmlns:a16="http://schemas.microsoft.com/office/drawing/2014/main" id="{03AFD138-7FE4-6E62-9504-02BCD0B7999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904859"/>
            <a:ext cx="5643512" cy="135771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F2254430-6B0E-E975-499A-3FB333A65B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08176" y="384176"/>
            <a:ext cx="5332412" cy="6095999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9F3A4D5E-0006-DB8F-34AF-4533ADE1C1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592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#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6DFB6-F3A2-9E5F-CE92-5ECCE08B96DC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EA347-B48A-C69B-D42F-DAD703418B1E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chemeClr val="bg1"/>
                </a:solidFill>
              </a:rPr>
              <a:t>Confidential—Not for public consumption or distribution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895E-CC44-1290-E6EA-F42B27870884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108A02-0287-6301-335D-C1DE3B428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904859"/>
            <a:ext cx="9198000" cy="135771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9B4CC6-370B-DC1F-1241-6E3B53DACE8C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A9432B1-0964-3791-6D96-E93E1131AFB3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C83C5B-CBA8-8E12-C1DE-0CF2690C09F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F68C7D-DFF8-00A3-92C9-0CD6153FB83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5725A7-6CF5-273E-BF7F-BCF79B40269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01457D-C91B-6CA5-8012-30BC40735C2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4D44D3F-73FA-AAA6-463F-9020D88CE70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E98834A-872B-AED4-52A3-C8E8D7712C0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374FDA6-64EB-091C-6039-7884B59BF81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6D25B9A-4818-CF01-DB41-601C8E6E22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D61DF-0BD6-1DB6-9E54-830A9A66FCB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050DA7-D04F-BD0E-B7DE-2F1AB32CE56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88D9538-4AF9-5DF0-75DB-DB4D6A526B2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7EE4BAE-9FEC-C3DC-E59D-CA1E5B8489C2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C0E975-28C6-02E7-B7E6-A7F4FB6FA08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CBAE864-9206-B100-6A94-E950668C7E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Line 19">
            <a:extLst>
              <a:ext uri="{FF2B5EF4-FFF2-40B4-BE49-F238E27FC236}">
                <a16:creationId xmlns:a16="http://schemas.microsoft.com/office/drawing/2014/main" id="{A91E32BE-2085-E822-59A2-DB98C0C8C49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4445000"/>
            <a:ext cx="12188825" cy="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Line 5">
            <a:extLst>
              <a:ext uri="{FF2B5EF4-FFF2-40B4-BE49-F238E27FC236}">
                <a16:creationId xmlns:a16="http://schemas.microsoft.com/office/drawing/2014/main" id="{D4350D19-4629-28BF-6698-88D754AFEAA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682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Line 6">
            <a:extLst>
              <a:ext uri="{FF2B5EF4-FFF2-40B4-BE49-F238E27FC236}">
                <a16:creationId xmlns:a16="http://schemas.microsoft.com/office/drawing/2014/main" id="{2A8E5FA2-CD5F-AC70-487D-90B20192FE3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666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Line 7">
            <a:extLst>
              <a:ext uri="{FF2B5EF4-FFF2-40B4-BE49-F238E27FC236}">
                <a16:creationId xmlns:a16="http://schemas.microsoft.com/office/drawing/2014/main" id="{9DD0CA1C-74D2-58AF-96AF-63CCB90BA4E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650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Line 8">
            <a:extLst>
              <a:ext uri="{FF2B5EF4-FFF2-40B4-BE49-F238E27FC236}">
                <a16:creationId xmlns:a16="http://schemas.microsoft.com/office/drawing/2014/main" id="{ABA1467B-8E4D-0459-A4B6-A40F2E1FC0F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36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6" name="Line 9">
            <a:extLst>
              <a:ext uri="{FF2B5EF4-FFF2-40B4-BE49-F238E27FC236}">
                <a16:creationId xmlns:a16="http://schemas.microsoft.com/office/drawing/2014/main" id="{102E3AC1-5173-D800-DBFB-5F384E5C401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620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" name="Line 10">
            <a:extLst>
              <a:ext uri="{FF2B5EF4-FFF2-40B4-BE49-F238E27FC236}">
                <a16:creationId xmlns:a16="http://schemas.microsoft.com/office/drawing/2014/main" id="{6F2F8242-04FD-A80A-6253-D6515673466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604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" name="Line 11">
            <a:extLst>
              <a:ext uri="{FF2B5EF4-FFF2-40B4-BE49-F238E27FC236}">
                <a16:creationId xmlns:a16="http://schemas.microsoft.com/office/drawing/2014/main" id="{788D9D5B-D2B5-07F1-3CE9-7CD7F88A03A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588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" name="Line 12">
            <a:extLst>
              <a:ext uri="{FF2B5EF4-FFF2-40B4-BE49-F238E27FC236}">
                <a16:creationId xmlns:a16="http://schemas.microsoft.com/office/drawing/2014/main" id="{23422105-9FEA-B461-680C-2782144A18E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" name="Line 13">
            <a:extLst>
              <a:ext uri="{FF2B5EF4-FFF2-40B4-BE49-F238E27FC236}">
                <a16:creationId xmlns:a16="http://schemas.microsoft.com/office/drawing/2014/main" id="{CE794161-7826-B3B3-4A9D-94363BE55D8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556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" name="Line 14">
            <a:extLst>
              <a:ext uri="{FF2B5EF4-FFF2-40B4-BE49-F238E27FC236}">
                <a16:creationId xmlns:a16="http://schemas.microsoft.com/office/drawing/2014/main" id="{B5138FCD-98AB-97A7-8032-4317640549B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41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" name="Line 15">
            <a:extLst>
              <a:ext uri="{FF2B5EF4-FFF2-40B4-BE49-F238E27FC236}">
                <a16:creationId xmlns:a16="http://schemas.microsoft.com/office/drawing/2014/main" id="{7B122251-557D-790B-6195-7D0265283FE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25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" name="Line 16">
            <a:extLst>
              <a:ext uri="{FF2B5EF4-FFF2-40B4-BE49-F238E27FC236}">
                <a16:creationId xmlns:a16="http://schemas.microsoft.com/office/drawing/2014/main" id="{32141257-F378-4338-31B6-504DD60E1D8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9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" name="Line 17">
            <a:extLst>
              <a:ext uri="{FF2B5EF4-FFF2-40B4-BE49-F238E27FC236}">
                <a16:creationId xmlns:a16="http://schemas.microsoft.com/office/drawing/2014/main" id="{7EB7C034-7AEE-A3D0-6186-1AB0108CA5C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6477000"/>
            <a:ext cx="12188825" cy="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" name="Line 18">
            <a:extLst>
              <a:ext uri="{FF2B5EF4-FFF2-40B4-BE49-F238E27FC236}">
                <a16:creationId xmlns:a16="http://schemas.microsoft.com/office/drawing/2014/main" id="{D27117AA-FCE4-F05A-2CE8-099E4230620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5461000"/>
            <a:ext cx="12188825" cy="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9" name="Freeform 20">
            <a:extLst>
              <a:ext uri="{FF2B5EF4-FFF2-40B4-BE49-F238E27FC236}">
                <a16:creationId xmlns:a16="http://schemas.microsoft.com/office/drawing/2014/main" id="{F630D3C8-D023-C768-10A2-FDED9109A7A9}"/>
              </a:ext>
            </a:extLst>
          </p:cNvPr>
          <p:cNvSpPr>
            <a:spLocks/>
          </p:cNvSpPr>
          <p:nvPr userDrawn="1"/>
        </p:nvSpPr>
        <p:spPr bwMode="auto">
          <a:xfrm>
            <a:off x="1588" y="3429000"/>
            <a:ext cx="12188825" cy="0"/>
          </a:xfrm>
          <a:custGeom>
            <a:avLst/>
            <a:gdLst>
              <a:gd name="T0" fmla="*/ 0 w 7678"/>
              <a:gd name="T1" fmla="*/ 7678 w 7678"/>
              <a:gd name="T2" fmla="*/ 0 w 767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7678">
                <a:moveTo>
                  <a:pt x="0" y="0"/>
                </a:moveTo>
                <a:lnTo>
                  <a:pt x="76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FFFFFF">
                <a:alpha val="25098"/>
              </a:srgb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0" name="Line 21">
            <a:extLst>
              <a:ext uri="{FF2B5EF4-FFF2-40B4-BE49-F238E27FC236}">
                <a16:creationId xmlns:a16="http://schemas.microsoft.com/office/drawing/2014/main" id="{944C8167-4841-0B46-9C44-3DF85827B37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3429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24706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" name="Line 22">
            <a:extLst>
              <a:ext uri="{FF2B5EF4-FFF2-40B4-BE49-F238E27FC236}">
                <a16:creationId xmlns:a16="http://schemas.microsoft.com/office/drawing/2014/main" id="{02AE25CE-567C-DDE7-35F2-7D1205CA3A5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2413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" name="Line 23">
            <a:extLst>
              <a:ext uri="{FF2B5EF4-FFF2-40B4-BE49-F238E27FC236}">
                <a16:creationId xmlns:a16="http://schemas.microsoft.com/office/drawing/2014/main" id="{5BF9E94C-BE58-6272-C4AC-FF948423434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1397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" name="Line 24">
            <a:extLst>
              <a:ext uri="{FF2B5EF4-FFF2-40B4-BE49-F238E27FC236}">
                <a16:creationId xmlns:a16="http://schemas.microsoft.com/office/drawing/2014/main" id="{8FE5046D-F6C0-2CAB-7599-0F4AD1D9892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381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4" name="Line 25">
            <a:extLst>
              <a:ext uri="{FF2B5EF4-FFF2-40B4-BE49-F238E27FC236}">
                <a16:creationId xmlns:a16="http://schemas.microsoft.com/office/drawing/2014/main" id="{06BE3B34-D76C-1AEF-B8C8-05E72E4AF5F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936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5" name="Line 26">
            <a:extLst>
              <a:ext uri="{FF2B5EF4-FFF2-40B4-BE49-F238E27FC236}">
                <a16:creationId xmlns:a16="http://schemas.microsoft.com/office/drawing/2014/main" id="{4B54F705-7031-69AF-9086-C6A2F0F51A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5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6" name="Line 27">
            <a:extLst>
              <a:ext uri="{FF2B5EF4-FFF2-40B4-BE49-F238E27FC236}">
                <a16:creationId xmlns:a16="http://schemas.microsoft.com/office/drawing/2014/main" id="{43F5F5CB-A27D-1AE1-E619-73B04FAF892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682413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7" name="Line 28">
            <a:extLst>
              <a:ext uri="{FF2B5EF4-FFF2-40B4-BE49-F238E27FC236}">
                <a16:creationId xmlns:a16="http://schemas.microsoft.com/office/drawing/2014/main" id="{074A30F8-26E0-836C-5AD6-CF9BB6C9469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666413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8" name="Line 29">
            <a:extLst>
              <a:ext uri="{FF2B5EF4-FFF2-40B4-BE49-F238E27FC236}">
                <a16:creationId xmlns:a16="http://schemas.microsoft.com/office/drawing/2014/main" id="{7F85A39F-FAFB-112A-BE34-F546529C190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650413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9" name="Line 30">
            <a:extLst>
              <a:ext uri="{FF2B5EF4-FFF2-40B4-BE49-F238E27FC236}">
                <a16:creationId xmlns:a16="http://schemas.microsoft.com/office/drawing/2014/main" id="{B8190B55-3E8F-9A2F-A7BA-96253B60E16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36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" name="Line 31">
            <a:extLst>
              <a:ext uri="{FF2B5EF4-FFF2-40B4-BE49-F238E27FC236}">
                <a16:creationId xmlns:a16="http://schemas.microsoft.com/office/drawing/2014/main" id="{31F043E9-EAB7-08C5-9260-44F1F244821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620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" name="Line 32">
            <a:extLst>
              <a:ext uri="{FF2B5EF4-FFF2-40B4-BE49-F238E27FC236}">
                <a16:creationId xmlns:a16="http://schemas.microsoft.com/office/drawing/2014/main" id="{F5B9E059-9CFC-0130-E653-D1DFA51DFF6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604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" name="Line 33">
            <a:extLst>
              <a:ext uri="{FF2B5EF4-FFF2-40B4-BE49-F238E27FC236}">
                <a16:creationId xmlns:a16="http://schemas.microsoft.com/office/drawing/2014/main" id="{D7FF13F8-E62A-A568-0495-E48BDE8923B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588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" name="Line 34">
            <a:extLst>
              <a:ext uri="{FF2B5EF4-FFF2-40B4-BE49-F238E27FC236}">
                <a16:creationId xmlns:a16="http://schemas.microsoft.com/office/drawing/2014/main" id="{516D3EAB-6012-0E25-94B4-A6CAA3CD42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" name="Line 35">
            <a:extLst>
              <a:ext uri="{FF2B5EF4-FFF2-40B4-BE49-F238E27FC236}">
                <a16:creationId xmlns:a16="http://schemas.microsoft.com/office/drawing/2014/main" id="{CB8E9DDC-712B-54DA-AE8F-B1A3E05C956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556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5" name="Line 36">
            <a:extLst>
              <a:ext uri="{FF2B5EF4-FFF2-40B4-BE49-F238E27FC236}">
                <a16:creationId xmlns:a16="http://schemas.microsoft.com/office/drawing/2014/main" id="{BAB6F4B4-9960-49EE-F193-72D7A408404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41588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" name="Line 37">
            <a:extLst>
              <a:ext uri="{FF2B5EF4-FFF2-40B4-BE49-F238E27FC236}">
                <a16:creationId xmlns:a16="http://schemas.microsoft.com/office/drawing/2014/main" id="{E857FB30-5647-E7BB-2027-09961CCCB74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25588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7" name="Line 38">
            <a:extLst>
              <a:ext uri="{FF2B5EF4-FFF2-40B4-BE49-F238E27FC236}">
                <a16:creationId xmlns:a16="http://schemas.microsoft.com/office/drawing/2014/main" id="{67FDE887-33C2-1361-9699-9479E00E649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9588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" name="Line 39">
            <a:extLst>
              <a:ext uri="{FF2B5EF4-FFF2-40B4-BE49-F238E27FC236}">
                <a16:creationId xmlns:a16="http://schemas.microsoft.com/office/drawing/2014/main" id="{EB0ADC5F-4C63-1592-182A-2185AA466D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936413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9" name="Line 40">
            <a:extLst>
              <a:ext uri="{FF2B5EF4-FFF2-40B4-BE49-F238E27FC236}">
                <a16:creationId xmlns:a16="http://schemas.microsoft.com/office/drawing/2014/main" id="{76FEBBD6-8F24-4A3A-B1C7-F55BBEFEAD9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5588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91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#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6DFB6-F3A2-9E5F-CE92-5ECCE08B96DC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Honeywell Aerospace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EA347-B48A-C69B-D42F-DAD703418B1E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Confidential—Not for public consumption or distribution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895E-CC44-1290-E6EA-F42B27870884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108A02-0287-6301-335D-C1DE3B428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904859"/>
            <a:ext cx="9198000" cy="135771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9B4CC6-370B-DC1F-1241-6E3B53DACE8C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A9432B1-0964-3791-6D96-E93E1131AFB3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C83C5B-CBA8-8E12-C1DE-0CF2690C09F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F68C7D-DFF8-00A3-92C9-0CD6153FB83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5725A7-6CF5-273E-BF7F-BCF79B40269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01457D-C91B-6CA5-8012-30BC40735C2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4D44D3F-73FA-AAA6-463F-9020D88CE70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E98834A-872B-AED4-52A3-C8E8D7712C0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374FDA6-64EB-091C-6039-7884B59BF81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6D25B9A-4818-CF01-DB41-601C8E6E22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D61DF-0BD6-1DB6-9E54-830A9A66FCB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050DA7-D04F-BD0E-B7DE-2F1AB32CE56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88D9538-4AF9-5DF0-75DB-DB4D6A526B2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7EE4BAE-9FEC-C3DC-E59D-CA1E5B8489C2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C0E975-28C6-02E7-B7E6-A7F4FB6FA08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CBAE864-9206-B100-6A94-E950668C7E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B2489F47-C4A5-15EF-697D-C59D2BA6CD40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1FD9670-2CB4-F146-E8BB-5CE11A803B33}"/>
                </a:ext>
              </a:extLst>
            </p:cNvPr>
            <p:cNvGrpSpPr/>
            <p:nvPr userDrawn="1"/>
          </p:nvGrpSpPr>
          <p:grpSpPr>
            <a:xfrm>
              <a:off x="1588" y="0"/>
              <a:ext cx="12188825" cy="6858000"/>
              <a:chOff x="1588" y="0"/>
              <a:chExt cx="12188825" cy="6858000"/>
            </a:xfrm>
          </p:grpSpPr>
          <p:sp>
            <p:nvSpPr>
              <p:cNvPr id="67" name="Line 5">
                <a:extLst>
                  <a:ext uri="{FF2B5EF4-FFF2-40B4-BE49-F238E27FC236}">
                    <a16:creationId xmlns:a16="http://schemas.microsoft.com/office/drawing/2014/main" id="{485E7DD3-EE2D-12C3-94D6-C36644C02F3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682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Line 6">
                <a:extLst>
                  <a:ext uri="{FF2B5EF4-FFF2-40B4-BE49-F238E27FC236}">
                    <a16:creationId xmlns:a16="http://schemas.microsoft.com/office/drawing/2014/main" id="{650F764D-F5A1-46DB-2891-F0DFF51671C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66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Line 7">
                <a:extLst>
                  <a:ext uri="{FF2B5EF4-FFF2-40B4-BE49-F238E27FC236}">
                    <a16:creationId xmlns:a16="http://schemas.microsoft.com/office/drawing/2014/main" id="{2EC9F16A-17AC-015A-530F-A276C202A87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650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Line 8">
                <a:extLst>
                  <a:ext uri="{FF2B5EF4-FFF2-40B4-BE49-F238E27FC236}">
                    <a16:creationId xmlns:a16="http://schemas.microsoft.com/office/drawing/2014/main" id="{C1EB87F0-1188-5E71-D5F2-6644482C63D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863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Line 9">
                <a:extLst>
                  <a:ext uri="{FF2B5EF4-FFF2-40B4-BE49-F238E27FC236}">
                    <a16:creationId xmlns:a16="http://schemas.microsoft.com/office/drawing/2014/main" id="{1A614585-5B1A-F791-DBD4-7DA153B95BB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620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Line 10">
                <a:extLst>
                  <a:ext uri="{FF2B5EF4-FFF2-40B4-BE49-F238E27FC236}">
                    <a16:creationId xmlns:a16="http://schemas.microsoft.com/office/drawing/2014/main" id="{9CCC22EF-5EB8-196B-DB87-7F28E71BA5D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604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Line 11">
                <a:extLst>
                  <a:ext uri="{FF2B5EF4-FFF2-40B4-BE49-F238E27FC236}">
                    <a16:creationId xmlns:a16="http://schemas.microsoft.com/office/drawing/2014/main" id="{7058C312-FA46-0D67-C372-33EE1D1E14E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588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Line 12">
                <a:extLst>
                  <a:ext uri="{FF2B5EF4-FFF2-40B4-BE49-F238E27FC236}">
                    <a16:creationId xmlns:a16="http://schemas.microsoft.com/office/drawing/2014/main" id="{6AFDB20A-00AB-545F-7A0A-F59839D3AD0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572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Line 13">
                <a:extLst>
                  <a:ext uri="{FF2B5EF4-FFF2-40B4-BE49-F238E27FC236}">
                    <a16:creationId xmlns:a16="http://schemas.microsoft.com/office/drawing/2014/main" id="{51777A9F-2DDE-2F36-0BFF-E1D19081BF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355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Line 14">
                <a:extLst>
                  <a:ext uri="{FF2B5EF4-FFF2-40B4-BE49-F238E27FC236}">
                    <a16:creationId xmlns:a16="http://schemas.microsoft.com/office/drawing/2014/main" id="{53D5625E-4A64-B06B-6CB7-6BA11B698DE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41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Line 15">
                <a:extLst>
                  <a:ext uri="{FF2B5EF4-FFF2-40B4-BE49-F238E27FC236}">
                    <a16:creationId xmlns:a16="http://schemas.microsoft.com/office/drawing/2014/main" id="{D870C67E-2F75-CF20-6BB8-C6A62C38625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2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Line 16">
                <a:extLst>
                  <a:ext uri="{FF2B5EF4-FFF2-40B4-BE49-F238E27FC236}">
                    <a16:creationId xmlns:a16="http://schemas.microsoft.com/office/drawing/2014/main" id="{3DF35DCD-3E85-38F2-026E-8EF9D3C1EAF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09586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Line 17">
                <a:extLst>
                  <a:ext uri="{FF2B5EF4-FFF2-40B4-BE49-F238E27FC236}">
                    <a16:creationId xmlns:a16="http://schemas.microsoft.com/office/drawing/2014/main" id="{BD6AE937-109F-E960-2529-463103B194A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647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Line 18">
                <a:extLst>
                  <a:ext uri="{FF2B5EF4-FFF2-40B4-BE49-F238E27FC236}">
                    <a16:creationId xmlns:a16="http://schemas.microsoft.com/office/drawing/2014/main" id="{376ADCF4-7827-0FF1-C26D-4F676B77988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546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Line 20">
                <a:extLst>
                  <a:ext uri="{FF2B5EF4-FFF2-40B4-BE49-F238E27FC236}">
                    <a16:creationId xmlns:a16="http://schemas.microsoft.com/office/drawing/2014/main" id="{C99EBF66-D16C-8087-7762-2FB9C48F820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429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Line 21">
                <a:extLst>
                  <a:ext uri="{FF2B5EF4-FFF2-40B4-BE49-F238E27FC236}">
                    <a16:creationId xmlns:a16="http://schemas.microsoft.com/office/drawing/2014/main" id="{556B5045-C812-AFCD-B0BB-4FA6E315FCC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2413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Line 22">
                <a:extLst>
                  <a:ext uri="{FF2B5EF4-FFF2-40B4-BE49-F238E27FC236}">
                    <a16:creationId xmlns:a16="http://schemas.microsoft.com/office/drawing/2014/main" id="{45D55FBE-02D4-A063-A597-CA9FAC1406C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139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Line 23">
                <a:extLst>
                  <a:ext uri="{FF2B5EF4-FFF2-40B4-BE49-F238E27FC236}">
                    <a16:creationId xmlns:a16="http://schemas.microsoft.com/office/drawing/2014/main" id="{DD7788CD-1E20-EBFB-8D92-93F06588A93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8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Line 24">
                <a:extLst>
                  <a:ext uri="{FF2B5EF4-FFF2-40B4-BE49-F238E27FC236}">
                    <a16:creationId xmlns:a16="http://schemas.microsoft.com/office/drawing/2014/main" id="{F8EA6E04-A9A3-D2CE-0D01-1372E05A3FC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93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Line 25">
                <a:extLst>
                  <a:ext uri="{FF2B5EF4-FFF2-40B4-BE49-F238E27FC236}">
                    <a16:creationId xmlns:a16="http://schemas.microsoft.com/office/drawing/2014/main" id="{548CFC8D-0EE2-1E83-30CA-3AAB92C3C81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" name="Line 19">
              <a:extLst>
                <a:ext uri="{FF2B5EF4-FFF2-40B4-BE49-F238E27FC236}">
                  <a16:creationId xmlns:a16="http://schemas.microsoft.com/office/drawing/2014/main" id="{CBBB6D38-E722-44FD-EDB2-99EB21949F9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530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#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6DFB6-F3A2-9E5F-CE92-5ECCE08B96DC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EA347-B48A-C69B-D42F-DAD703418B1E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chemeClr val="bg1"/>
                </a:solidFill>
              </a:rPr>
              <a:t>Confidential—Not for public consumption or distribution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895E-CC44-1290-E6EA-F42B27870884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108A02-0287-6301-335D-C1DE3B428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904859"/>
            <a:ext cx="9198000" cy="135771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9B4CC6-370B-DC1F-1241-6E3B53DACE8C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29106D-EAC1-E077-7CB5-2DC97EAD433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C71C76-BCEB-1335-B18B-ED9609C2B1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C732DA-D720-1F57-D4EF-7C2FD408929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E97AC4-01D0-9205-A511-FBC45408599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848A8A-8796-4007-2231-BCD1FA108805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8F15A7-B9A0-5F79-3D4E-71A1F5DE98D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264ED8-4C40-FE21-5490-F4389B6525D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DD592C-B088-41FF-E8E7-5F117D01AD7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86F0A5-84F3-6AE2-0987-1ED50027F33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47B690-00CD-FCC7-C674-D0C251A5183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AD67AFC-1C1A-5C99-903B-DD3E7CD01B8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DDD8FB7-A184-5207-0AF5-1548C07405CF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06143D-46A8-35A4-276A-028171BD9E7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1ADAA79-6715-22C5-A516-C238B293B64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7407C36-3F70-86F3-5364-798C17F39FF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80937FB-6292-9408-892F-9CAFB39B85DA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7" name="Line 5">
              <a:extLst>
                <a:ext uri="{FF2B5EF4-FFF2-40B4-BE49-F238E27FC236}">
                  <a16:creationId xmlns:a16="http://schemas.microsoft.com/office/drawing/2014/main" id="{A58DAE31-83A1-1AEE-C692-9DD0EAF66FC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Line 6">
              <a:extLst>
                <a:ext uri="{FF2B5EF4-FFF2-40B4-BE49-F238E27FC236}">
                  <a16:creationId xmlns:a16="http://schemas.microsoft.com/office/drawing/2014/main" id="{24910200-CD7B-EDEC-7C8F-A89ABE0794E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Line 7">
              <a:extLst>
                <a:ext uri="{FF2B5EF4-FFF2-40B4-BE49-F238E27FC236}">
                  <a16:creationId xmlns:a16="http://schemas.microsoft.com/office/drawing/2014/main" id="{963B49F4-7938-30AA-B001-2138736A8D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8">
              <a:extLst>
                <a:ext uri="{FF2B5EF4-FFF2-40B4-BE49-F238E27FC236}">
                  <a16:creationId xmlns:a16="http://schemas.microsoft.com/office/drawing/2014/main" id="{F54F7B2D-0ED5-C8CE-7EEE-9DB419D51E1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9">
              <a:extLst>
                <a:ext uri="{FF2B5EF4-FFF2-40B4-BE49-F238E27FC236}">
                  <a16:creationId xmlns:a16="http://schemas.microsoft.com/office/drawing/2014/main" id="{EDC81CBF-83EA-F762-1DA5-2A81AB4D485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10">
              <a:extLst>
                <a:ext uri="{FF2B5EF4-FFF2-40B4-BE49-F238E27FC236}">
                  <a16:creationId xmlns:a16="http://schemas.microsoft.com/office/drawing/2014/main" id="{1ACC4915-C4B2-E3E2-2B11-5276E3ADA4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11">
              <a:extLst>
                <a:ext uri="{FF2B5EF4-FFF2-40B4-BE49-F238E27FC236}">
                  <a16:creationId xmlns:a16="http://schemas.microsoft.com/office/drawing/2014/main" id="{FB6115C5-1051-0CCA-FC8C-1D14ECA7A20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2">
              <a:extLst>
                <a:ext uri="{FF2B5EF4-FFF2-40B4-BE49-F238E27FC236}">
                  <a16:creationId xmlns:a16="http://schemas.microsoft.com/office/drawing/2014/main" id="{3D82607A-36C1-0257-7F3A-384C9C361FB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3">
              <a:extLst>
                <a:ext uri="{FF2B5EF4-FFF2-40B4-BE49-F238E27FC236}">
                  <a16:creationId xmlns:a16="http://schemas.microsoft.com/office/drawing/2014/main" id="{CF18D5FC-CD26-9595-FB60-70D35A8D59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4">
              <a:extLst>
                <a:ext uri="{FF2B5EF4-FFF2-40B4-BE49-F238E27FC236}">
                  <a16:creationId xmlns:a16="http://schemas.microsoft.com/office/drawing/2014/main" id="{3C27DD08-FBA7-DDE5-6068-6BD3D3C823E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5">
              <a:extLst>
                <a:ext uri="{FF2B5EF4-FFF2-40B4-BE49-F238E27FC236}">
                  <a16:creationId xmlns:a16="http://schemas.microsoft.com/office/drawing/2014/main" id="{0C698898-48CE-AB4C-12D5-32B09D49749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6">
              <a:extLst>
                <a:ext uri="{FF2B5EF4-FFF2-40B4-BE49-F238E27FC236}">
                  <a16:creationId xmlns:a16="http://schemas.microsoft.com/office/drawing/2014/main" id="{DE481479-6EB9-9EE6-4423-9DB54DB9F5F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17">
              <a:extLst>
                <a:ext uri="{FF2B5EF4-FFF2-40B4-BE49-F238E27FC236}">
                  <a16:creationId xmlns:a16="http://schemas.microsoft.com/office/drawing/2014/main" id="{377B35C1-F3D8-F5B9-DBE5-465381BF343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Line 18">
              <a:extLst>
                <a:ext uri="{FF2B5EF4-FFF2-40B4-BE49-F238E27FC236}">
                  <a16:creationId xmlns:a16="http://schemas.microsoft.com/office/drawing/2014/main" id="{FD7C9F5A-8D41-F831-6D34-575F8DE119A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Line 19">
              <a:extLst>
                <a:ext uri="{FF2B5EF4-FFF2-40B4-BE49-F238E27FC236}">
                  <a16:creationId xmlns:a16="http://schemas.microsoft.com/office/drawing/2014/main" id="{61646D1B-B99F-01CC-319C-4E619D94C74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Line 20">
              <a:extLst>
                <a:ext uri="{FF2B5EF4-FFF2-40B4-BE49-F238E27FC236}">
                  <a16:creationId xmlns:a16="http://schemas.microsoft.com/office/drawing/2014/main" id="{5F683419-1849-9219-3B4B-4B17717E62B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Line 21">
              <a:extLst>
                <a:ext uri="{FF2B5EF4-FFF2-40B4-BE49-F238E27FC236}">
                  <a16:creationId xmlns:a16="http://schemas.microsoft.com/office/drawing/2014/main" id="{69E3B905-B112-1E3E-A65C-2820AA08F8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Line 22">
              <a:extLst>
                <a:ext uri="{FF2B5EF4-FFF2-40B4-BE49-F238E27FC236}">
                  <a16:creationId xmlns:a16="http://schemas.microsoft.com/office/drawing/2014/main" id="{676585AC-4C2B-1D7E-33F0-8ECB9709B2F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Line 23">
              <a:extLst>
                <a:ext uri="{FF2B5EF4-FFF2-40B4-BE49-F238E27FC236}">
                  <a16:creationId xmlns:a16="http://schemas.microsoft.com/office/drawing/2014/main" id="{4BD03358-AA79-BF41-F233-71D0E0DE795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Line 24">
              <a:extLst>
                <a:ext uri="{FF2B5EF4-FFF2-40B4-BE49-F238E27FC236}">
                  <a16:creationId xmlns:a16="http://schemas.microsoft.com/office/drawing/2014/main" id="{953EA328-8499-A3DB-EC13-AD6BAF4D2D7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Line 25">
              <a:extLst>
                <a:ext uri="{FF2B5EF4-FFF2-40B4-BE49-F238E27FC236}">
                  <a16:creationId xmlns:a16="http://schemas.microsoft.com/office/drawing/2014/main" id="{B48228FE-86F5-D7A8-728A-5C0CC29D652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4926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#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6DFB6-F3A2-9E5F-CE92-5ECCE08B96DC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EA347-B48A-C69B-D42F-DAD703418B1E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chemeClr val="bg1"/>
                </a:solidFill>
              </a:rPr>
              <a:t>Confidential—Not for public consumption or distribution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895E-CC44-1290-E6EA-F42B27870884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108A02-0287-6301-335D-C1DE3B428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904859"/>
            <a:ext cx="9198000" cy="2524141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9B4CC6-370B-DC1F-1241-6E3B53DACE8C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29106D-EAC1-E077-7CB5-2DC97EAD433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C71C76-BCEB-1335-B18B-ED9609C2B1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C732DA-D720-1F57-D4EF-7C2FD408929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E97AC4-01D0-9205-A511-FBC45408599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848A8A-8796-4007-2231-BCD1FA108805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8F15A7-B9A0-5F79-3D4E-71A1F5DE98D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264ED8-4C40-FE21-5490-F4389B6525D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DD592C-B088-41FF-E8E7-5F117D01AD7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86F0A5-84F3-6AE2-0987-1ED50027F33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47B690-00CD-FCC7-C674-D0C251A5183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AD67AFC-1C1A-5C99-903B-DD3E7CD01B8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DDD8FB7-A184-5207-0AF5-1548C07405CF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06143D-46A8-35A4-276A-028171BD9E7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1ADAA79-6715-22C5-A516-C238B293B64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7407C36-3F70-86F3-5364-798C17F39FF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495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#5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2489F47-C4A5-15EF-697D-C59D2BA6CD40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1FD9670-2CB4-F146-E8BB-5CE11A803B33}"/>
                </a:ext>
              </a:extLst>
            </p:cNvPr>
            <p:cNvGrpSpPr/>
            <p:nvPr userDrawn="1"/>
          </p:nvGrpSpPr>
          <p:grpSpPr>
            <a:xfrm>
              <a:off x="1588" y="0"/>
              <a:ext cx="12188825" cy="6858000"/>
              <a:chOff x="1588" y="0"/>
              <a:chExt cx="12188825" cy="6858000"/>
            </a:xfrm>
          </p:grpSpPr>
          <p:sp>
            <p:nvSpPr>
              <p:cNvPr id="67" name="Line 5">
                <a:extLst>
                  <a:ext uri="{FF2B5EF4-FFF2-40B4-BE49-F238E27FC236}">
                    <a16:creationId xmlns:a16="http://schemas.microsoft.com/office/drawing/2014/main" id="{485E7DD3-EE2D-12C3-94D6-C36644C02F3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682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Line 6">
                <a:extLst>
                  <a:ext uri="{FF2B5EF4-FFF2-40B4-BE49-F238E27FC236}">
                    <a16:creationId xmlns:a16="http://schemas.microsoft.com/office/drawing/2014/main" id="{650F764D-F5A1-46DB-2891-F0DFF51671C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66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Line 7">
                <a:extLst>
                  <a:ext uri="{FF2B5EF4-FFF2-40B4-BE49-F238E27FC236}">
                    <a16:creationId xmlns:a16="http://schemas.microsoft.com/office/drawing/2014/main" id="{2EC9F16A-17AC-015A-530F-A276C202A87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650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Line 8">
                <a:extLst>
                  <a:ext uri="{FF2B5EF4-FFF2-40B4-BE49-F238E27FC236}">
                    <a16:creationId xmlns:a16="http://schemas.microsoft.com/office/drawing/2014/main" id="{C1EB87F0-1188-5E71-D5F2-6644482C63D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863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Line 9">
                <a:extLst>
                  <a:ext uri="{FF2B5EF4-FFF2-40B4-BE49-F238E27FC236}">
                    <a16:creationId xmlns:a16="http://schemas.microsoft.com/office/drawing/2014/main" id="{1A614585-5B1A-F791-DBD4-7DA153B95BB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620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Line 10">
                <a:extLst>
                  <a:ext uri="{FF2B5EF4-FFF2-40B4-BE49-F238E27FC236}">
                    <a16:creationId xmlns:a16="http://schemas.microsoft.com/office/drawing/2014/main" id="{9CCC22EF-5EB8-196B-DB87-7F28E71BA5D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604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Line 11">
                <a:extLst>
                  <a:ext uri="{FF2B5EF4-FFF2-40B4-BE49-F238E27FC236}">
                    <a16:creationId xmlns:a16="http://schemas.microsoft.com/office/drawing/2014/main" id="{7058C312-FA46-0D67-C372-33EE1D1E14E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588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Line 12">
                <a:extLst>
                  <a:ext uri="{FF2B5EF4-FFF2-40B4-BE49-F238E27FC236}">
                    <a16:creationId xmlns:a16="http://schemas.microsoft.com/office/drawing/2014/main" id="{6AFDB20A-00AB-545F-7A0A-F59839D3AD0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572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Line 13">
                <a:extLst>
                  <a:ext uri="{FF2B5EF4-FFF2-40B4-BE49-F238E27FC236}">
                    <a16:creationId xmlns:a16="http://schemas.microsoft.com/office/drawing/2014/main" id="{51777A9F-2DDE-2F36-0BFF-E1D19081BF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355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Line 14">
                <a:extLst>
                  <a:ext uri="{FF2B5EF4-FFF2-40B4-BE49-F238E27FC236}">
                    <a16:creationId xmlns:a16="http://schemas.microsoft.com/office/drawing/2014/main" id="{53D5625E-4A64-B06B-6CB7-6BA11B698DE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41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Line 15">
                <a:extLst>
                  <a:ext uri="{FF2B5EF4-FFF2-40B4-BE49-F238E27FC236}">
                    <a16:creationId xmlns:a16="http://schemas.microsoft.com/office/drawing/2014/main" id="{D870C67E-2F75-CF20-6BB8-C6A62C38625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2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Line 16">
                <a:extLst>
                  <a:ext uri="{FF2B5EF4-FFF2-40B4-BE49-F238E27FC236}">
                    <a16:creationId xmlns:a16="http://schemas.microsoft.com/office/drawing/2014/main" id="{3DF35DCD-3E85-38F2-026E-8EF9D3C1EAF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09586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Line 17">
                <a:extLst>
                  <a:ext uri="{FF2B5EF4-FFF2-40B4-BE49-F238E27FC236}">
                    <a16:creationId xmlns:a16="http://schemas.microsoft.com/office/drawing/2014/main" id="{BD6AE937-109F-E960-2529-463103B194A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647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Line 18">
                <a:extLst>
                  <a:ext uri="{FF2B5EF4-FFF2-40B4-BE49-F238E27FC236}">
                    <a16:creationId xmlns:a16="http://schemas.microsoft.com/office/drawing/2014/main" id="{376ADCF4-7827-0FF1-C26D-4F676B77988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546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Line 20">
                <a:extLst>
                  <a:ext uri="{FF2B5EF4-FFF2-40B4-BE49-F238E27FC236}">
                    <a16:creationId xmlns:a16="http://schemas.microsoft.com/office/drawing/2014/main" id="{C99EBF66-D16C-8087-7762-2FB9C48F820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429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Line 21">
                <a:extLst>
                  <a:ext uri="{FF2B5EF4-FFF2-40B4-BE49-F238E27FC236}">
                    <a16:creationId xmlns:a16="http://schemas.microsoft.com/office/drawing/2014/main" id="{556B5045-C812-AFCD-B0BB-4FA6E315FCC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2413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Line 22">
                <a:extLst>
                  <a:ext uri="{FF2B5EF4-FFF2-40B4-BE49-F238E27FC236}">
                    <a16:creationId xmlns:a16="http://schemas.microsoft.com/office/drawing/2014/main" id="{45D55FBE-02D4-A063-A597-CA9FAC1406C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139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Line 23">
                <a:extLst>
                  <a:ext uri="{FF2B5EF4-FFF2-40B4-BE49-F238E27FC236}">
                    <a16:creationId xmlns:a16="http://schemas.microsoft.com/office/drawing/2014/main" id="{DD7788CD-1E20-EBFB-8D92-93F06588A93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8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Line 24">
                <a:extLst>
                  <a:ext uri="{FF2B5EF4-FFF2-40B4-BE49-F238E27FC236}">
                    <a16:creationId xmlns:a16="http://schemas.microsoft.com/office/drawing/2014/main" id="{F8EA6E04-A9A3-D2CE-0D01-1372E05A3FC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93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Line 25">
                <a:extLst>
                  <a:ext uri="{FF2B5EF4-FFF2-40B4-BE49-F238E27FC236}">
                    <a16:creationId xmlns:a16="http://schemas.microsoft.com/office/drawing/2014/main" id="{548CFC8D-0EE2-1E83-30CA-3AAB92C3C81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" name="Line 19">
              <a:extLst>
                <a:ext uri="{FF2B5EF4-FFF2-40B4-BE49-F238E27FC236}">
                  <a16:creationId xmlns:a16="http://schemas.microsoft.com/office/drawing/2014/main" id="{CBBB6D38-E722-44FD-EDB2-99EB21949F9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6DFB6-F3A2-9E5F-CE92-5ECCE08B96DC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Honeywell Aerospace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EA347-B48A-C69B-D42F-DAD703418B1E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Confidential—Not for public consumption or distribution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895E-CC44-1290-E6EA-F42B27870884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108A02-0287-6301-335D-C1DE3B428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904859"/>
            <a:ext cx="9198000" cy="135771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9B4CC6-370B-DC1F-1241-6E3B53DACE8C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A9432B1-0964-3791-6D96-E93E1131AFB3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C83C5B-CBA8-8E12-C1DE-0CF2690C09F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F68C7D-DFF8-00A3-92C9-0CD6153FB83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5725A7-6CF5-273E-BF7F-BCF79B40269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01457D-C91B-6CA5-8012-30BC40735C2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4D44D3F-73FA-AAA6-463F-9020D88CE70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E98834A-872B-AED4-52A3-C8E8D7712C0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374FDA6-64EB-091C-6039-7884B59BF81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6D25B9A-4818-CF01-DB41-601C8E6E22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D61DF-0BD6-1DB6-9E54-830A9A66FCB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050DA7-D04F-BD0E-B7DE-2F1AB32CE56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88D9538-4AF9-5DF0-75DB-DB4D6A526B2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7EE4BAE-9FEC-C3DC-E59D-CA1E5B8489C2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C0E975-28C6-02E7-B7E6-A7F4FB6FA08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CBAE864-9206-B100-6A94-E950668C7E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759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#6">
    <p:bg>
      <p:bgPr>
        <a:solidFill>
          <a:srgbClr val="1E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6DFB6-F3A2-9E5F-CE92-5ECCE08B96DC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EA347-B48A-C69B-D42F-DAD703418B1E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chemeClr val="bg1"/>
                </a:solidFill>
              </a:rPr>
              <a:t>Confidential—Not for public consumption or distribution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895E-CC44-1290-E6EA-F42B27870884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108A02-0287-6301-335D-C1DE3B428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904859"/>
            <a:ext cx="9198000" cy="2524141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9B4CC6-370B-DC1F-1241-6E3B53DACE8C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29106D-EAC1-E077-7CB5-2DC97EAD433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C71C76-BCEB-1335-B18B-ED9609C2B1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C732DA-D720-1F57-D4EF-7C2FD408929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E97AC4-01D0-9205-A511-FBC45408599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848A8A-8796-4007-2231-BCD1FA108805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8F15A7-B9A0-5F79-3D4E-71A1F5DE98D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264ED8-4C40-FE21-5490-F4389B6525D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DD592C-B088-41FF-E8E7-5F117D01AD7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86F0A5-84F3-6AE2-0987-1ED50027F33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47B690-00CD-FCC7-C674-D0C251A5183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AD67AFC-1C1A-5C99-903B-DD3E7CD01B8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DDD8FB7-A184-5207-0AF5-1548C07405CF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06143D-46A8-35A4-276A-028171BD9E7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1ADAA79-6715-22C5-A516-C238B293B64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7407C36-3F70-86F3-5364-798C17F39FF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722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#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108A02-0287-6301-335D-C1DE3B428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5998" y="904859"/>
            <a:ext cx="9144489" cy="135771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9B4CC6-370B-DC1F-1241-6E3B53DACE8C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A9432B1-0964-3791-6D96-E93E1131AFB3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C83C5B-CBA8-8E12-C1DE-0CF2690C09F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F68C7D-DFF8-00A3-92C9-0CD6153FB83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5725A7-6CF5-273E-BF7F-BCF79B40269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01457D-C91B-6CA5-8012-30BC40735C2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4D44D3F-73FA-AAA6-463F-9020D88CE70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E98834A-872B-AED4-52A3-C8E8D7712C0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374FDA6-64EB-091C-6039-7884B59BF81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6D25B9A-4818-CF01-DB41-601C8E6E22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D61DF-0BD6-1DB6-9E54-830A9A66FCB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050DA7-D04F-BD0E-B7DE-2F1AB32CE56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88D9538-4AF9-5DF0-75DB-DB4D6A526B2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7EE4BAE-9FEC-C3DC-E59D-CA1E5B8489C2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C0E975-28C6-02E7-B7E6-A7F4FB6FA08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CBAE864-9206-B100-6A94-E950668C7E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96EA0E80-5930-52BD-B320-F9C87D2D88D8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1FD9670-2CB4-F146-E8BB-5CE11A803B33}"/>
                </a:ext>
              </a:extLst>
            </p:cNvPr>
            <p:cNvGrpSpPr/>
            <p:nvPr userDrawn="1"/>
          </p:nvGrpSpPr>
          <p:grpSpPr>
            <a:xfrm>
              <a:off x="1588" y="0"/>
              <a:ext cx="12188825" cy="6858000"/>
              <a:chOff x="1588" y="0"/>
              <a:chExt cx="12188825" cy="6858000"/>
            </a:xfrm>
          </p:grpSpPr>
          <p:sp>
            <p:nvSpPr>
              <p:cNvPr id="67" name="Line 5">
                <a:extLst>
                  <a:ext uri="{FF2B5EF4-FFF2-40B4-BE49-F238E27FC236}">
                    <a16:creationId xmlns:a16="http://schemas.microsoft.com/office/drawing/2014/main" id="{485E7DD3-EE2D-12C3-94D6-C36644C02F3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682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Line 6">
                <a:extLst>
                  <a:ext uri="{FF2B5EF4-FFF2-40B4-BE49-F238E27FC236}">
                    <a16:creationId xmlns:a16="http://schemas.microsoft.com/office/drawing/2014/main" id="{650F764D-F5A1-46DB-2891-F0DFF51671C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66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Line 7">
                <a:extLst>
                  <a:ext uri="{FF2B5EF4-FFF2-40B4-BE49-F238E27FC236}">
                    <a16:creationId xmlns:a16="http://schemas.microsoft.com/office/drawing/2014/main" id="{2EC9F16A-17AC-015A-530F-A276C202A87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650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Line 8">
                <a:extLst>
                  <a:ext uri="{FF2B5EF4-FFF2-40B4-BE49-F238E27FC236}">
                    <a16:creationId xmlns:a16="http://schemas.microsoft.com/office/drawing/2014/main" id="{C1EB87F0-1188-5E71-D5F2-6644482C63D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863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Line 9">
                <a:extLst>
                  <a:ext uri="{FF2B5EF4-FFF2-40B4-BE49-F238E27FC236}">
                    <a16:creationId xmlns:a16="http://schemas.microsoft.com/office/drawing/2014/main" id="{1A614585-5B1A-F791-DBD4-7DA153B95BB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620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Line 10">
                <a:extLst>
                  <a:ext uri="{FF2B5EF4-FFF2-40B4-BE49-F238E27FC236}">
                    <a16:creationId xmlns:a16="http://schemas.microsoft.com/office/drawing/2014/main" id="{9CCC22EF-5EB8-196B-DB87-7F28E71BA5D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604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Line 11">
                <a:extLst>
                  <a:ext uri="{FF2B5EF4-FFF2-40B4-BE49-F238E27FC236}">
                    <a16:creationId xmlns:a16="http://schemas.microsoft.com/office/drawing/2014/main" id="{7058C312-FA46-0D67-C372-33EE1D1E14E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588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Line 12">
                <a:extLst>
                  <a:ext uri="{FF2B5EF4-FFF2-40B4-BE49-F238E27FC236}">
                    <a16:creationId xmlns:a16="http://schemas.microsoft.com/office/drawing/2014/main" id="{6AFDB20A-00AB-545F-7A0A-F59839D3AD0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572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Line 13">
                <a:extLst>
                  <a:ext uri="{FF2B5EF4-FFF2-40B4-BE49-F238E27FC236}">
                    <a16:creationId xmlns:a16="http://schemas.microsoft.com/office/drawing/2014/main" id="{51777A9F-2DDE-2F36-0BFF-E1D19081BF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355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Line 14">
                <a:extLst>
                  <a:ext uri="{FF2B5EF4-FFF2-40B4-BE49-F238E27FC236}">
                    <a16:creationId xmlns:a16="http://schemas.microsoft.com/office/drawing/2014/main" id="{53D5625E-4A64-B06B-6CB7-6BA11B698DE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41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Line 15">
                <a:extLst>
                  <a:ext uri="{FF2B5EF4-FFF2-40B4-BE49-F238E27FC236}">
                    <a16:creationId xmlns:a16="http://schemas.microsoft.com/office/drawing/2014/main" id="{D870C67E-2F75-CF20-6BB8-C6A62C38625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2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Line 16">
                <a:extLst>
                  <a:ext uri="{FF2B5EF4-FFF2-40B4-BE49-F238E27FC236}">
                    <a16:creationId xmlns:a16="http://schemas.microsoft.com/office/drawing/2014/main" id="{3DF35DCD-3E85-38F2-026E-8EF9D3C1EAF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09586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Line 17">
                <a:extLst>
                  <a:ext uri="{FF2B5EF4-FFF2-40B4-BE49-F238E27FC236}">
                    <a16:creationId xmlns:a16="http://schemas.microsoft.com/office/drawing/2014/main" id="{BD6AE937-109F-E960-2529-463103B194A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647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Line 18">
                <a:extLst>
                  <a:ext uri="{FF2B5EF4-FFF2-40B4-BE49-F238E27FC236}">
                    <a16:creationId xmlns:a16="http://schemas.microsoft.com/office/drawing/2014/main" id="{376ADCF4-7827-0FF1-C26D-4F676B77988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546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Line 20">
                <a:extLst>
                  <a:ext uri="{FF2B5EF4-FFF2-40B4-BE49-F238E27FC236}">
                    <a16:creationId xmlns:a16="http://schemas.microsoft.com/office/drawing/2014/main" id="{C99EBF66-D16C-8087-7762-2FB9C48F820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429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Line 21">
                <a:extLst>
                  <a:ext uri="{FF2B5EF4-FFF2-40B4-BE49-F238E27FC236}">
                    <a16:creationId xmlns:a16="http://schemas.microsoft.com/office/drawing/2014/main" id="{556B5045-C812-AFCD-B0BB-4FA6E315FCC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2413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Line 22">
                <a:extLst>
                  <a:ext uri="{FF2B5EF4-FFF2-40B4-BE49-F238E27FC236}">
                    <a16:creationId xmlns:a16="http://schemas.microsoft.com/office/drawing/2014/main" id="{45D55FBE-02D4-A063-A597-CA9FAC1406C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139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Line 23">
                <a:extLst>
                  <a:ext uri="{FF2B5EF4-FFF2-40B4-BE49-F238E27FC236}">
                    <a16:creationId xmlns:a16="http://schemas.microsoft.com/office/drawing/2014/main" id="{DD7788CD-1E20-EBFB-8D92-93F06588A93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8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Line 24">
                <a:extLst>
                  <a:ext uri="{FF2B5EF4-FFF2-40B4-BE49-F238E27FC236}">
                    <a16:creationId xmlns:a16="http://schemas.microsoft.com/office/drawing/2014/main" id="{F8EA6E04-A9A3-D2CE-0D01-1372E05A3FC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93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Line 25">
                <a:extLst>
                  <a:ext uri="{FF2B5EF4-FFF2-40B4-BE49-F238E27FC236}">
                    <a16:creationId xmlns:a16="http://schemas.microsoft.com/office/drawing/2014/main" id="{548CFC8D-0EE2-1E83-30CA-3AAB92C3C81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" name="Line 19">
              <a:extLst>
                <a:ext uri="{FF2B5EF4-FFF2-40B4-BE49-F238E27FC236}">
                  <a16:creationId xmlns:a16="http://schemas.microsoft.com/office/drawing/2014/main" id="{CBBB6D38-E722-44FD-EDB2-99EB21949F9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C59D9CF5-7901-597C-ADC8-136D13C305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879" y="4408139"/>
            <a:ext cx="3046485" cy="2083323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400"/>
              </a:spcAft>
              <a:buNone/>
              <a:defRPr sz="1100" b="1"/>
            </a:lvl1pPr>
            <a:lvl2pPr marL="0" indent="0">
              <a:spcBef>
                <a:spcPts val="0"/>
              </a:spcBef>
              <a:buNone/>
              <a:defRPr sz="105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D1497F-0D99-8156-F263-F386B3AE59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8025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#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108A02-0287-6301-335D-C1DE3B428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7600" y="904859"/>
            <a:ext cx="9157850" cy="135771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9B4CC6-370B-DC1F-1241-6E3B53DACE8C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Line 5">
            <a:extLst>
              <a:ext uri="{FF2B5EF4-FFF2-40B4-BE49-F238E27FC236}">
                <a16:creationId xmlns:a16="http://schemas.microsoft.com/office/drawing/2014/main" id="{D4350D19-4629-28BF-6698-88D754AFEAA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682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Line 6">
            <a:extLst>
              <a:ext uri="{FF2B5EF4-FFF2-40B4-BE49-F238E27FC236}">
                <a16:creationId xmlns:a16="http://schemas.microsoft.com/office/drawing/2014/main" id="{2A8E5FA2-CD5F-AC70-487D-90B20192FE3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666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Line 7">
            <a:extLst>
              <a:ext uri="{FF2B5EF4-FFF2-40B4-BE49-F238E27FC236}">
                <a16:creationId xmlns:a16="http://schemas.microsoft.com/office/drawing/2014/main" id="{9DD0CA1C-74D2-58AF-96AF-63CCB90BA4E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650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Line 8">
            <a:extLst>
              <a:ext uri="{FF2B5EF4-FFF2-40B4-BE49-F238E27FC236}">
                <a16:creationId xmlns:a16="http://schemas.microsoft.com/office/drawing/2014/main" id="{ABA1467B-8E4D-0459-A4B6-A40F2E1FC0F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36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6" name="Line 9">
            <a:extLst>
              <a:ext uri="{FF2B5EF4-FFF2-40B4-BE49-F238E27FC236}">
                <a16:creationId xmlns:a16="http://schemas.microsoft.com/office/drawing/2014/main" id="{102E3AC1-5173-D800-DBFB-5F384E5C401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620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" name="Line 10">
            <a:extLst>
              <a:ext uri="{FF2B5EF4-FFF2-40B4-BE49-F238E27FC236}">
                <a16:creationId xmlns:a16="http://schemas.microsoft.com/office/drawing/2014/main" id="{6F2F8242-04FD-A80A-6253-D6515673466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604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" name="Line 11">
            <a:extLst>
              <a:ext uri="{FF2B5EF4-FFF2-40B4-BE49-F238E27FC236}">
                <a16:creationId xmlns:a16="http://schemas.microsoft.com/office/drawing/2014/main" id="{788D9D5B-D2B5-07F1-3CE9-7CD7F88A03A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588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" name="Line 12">
            <a:extLst>
              <a:ext uri="{FF2B5EF4-FFF2-40B4-BE49-F238E27FC236}">
                <a16:creationId xmlns:a16="http://schemas.microsoft.com/office/drawing/2014/main" id="{23422105-9FEA-B461-680C-2782144A18E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" name="Line 13">
            <a:extLst>
              <a:ext uri="{FF2B5EF4-FFF2-40B4-BE49-F238E27FC236}">
                <a16:creationId xmlns:a16="http://schemas.microsoft.com/office/drawing/2014/main" id="{CE794161-7826-B3B3-4A9D-94363BE55D8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556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" name="Line 14">
            <a:extLst>
              <a:ext uri="{FF2B5EF4-FFF2-40B4-BE49-F238E27FC236}">
                <a16:creationId xmlns:a16="http://schemas.microsoft.com/office/drawing/2014/main" id="{B5138FCD-98AB-97A7-8032-4317640549B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41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" name="Line 15">
            <a:extLst>
              <a:ext uri="{FF2B5EF4-FFF2-40B4-BE49-F238E27FC236}">
                <a16:creationId xmlns:a16="http://schemas.microsoft.com/office/drawing/2014/main" id="{7B122251-557D-790B-6195-7D0265283FE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25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" name="Line 16">
            <a:extLst>
              <a:ext uri="{FF2B5EF4-FFF2-40B4-BE49-F238E27FC236}">
                <a16:creationId xmlns:a16="http://schemas.microsoft.com/office/drawing/2014/main" id="{32141257-F378-4338-31B6-504DD60E1D8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9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" name="Line 22">
            <a:extLst>
              <a:ext uri="{FF2B5EF4-FFF2-40B4-BE49-F238E27FC236}">
                <a16:creationId xmlns:a16="http://schemas.microsoft.com/office/drawing/2014/main" id="{02AE25CE-567C-DDE7-35F2-7D1205CA3A5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2413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" name="Line 23">
            <a:extLst>
              <a:ext uri="{FF2B5EF4-FFF2-40B4-BE49-F238E27FC236}">
                <a16:creationId xmlns:a16="http://schemas.microsoft.com/office/drawing/2014/main" id="{5BF9E94C-BE58-6272-C4AC-FF948423434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1397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" name="Line 24">
            <a:extLst>
              <a:ext uri="{FF2B5EF4-FFF2-40B4-BE49-F238E27FC236}">
                <a16:creationId xmlns:a16="http://schemas.microsoft.com/office/drawing/2014/main" id="{8FE5046D-F6C0-2CAB-7599-0F4AD1D9892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381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4" name="Line 25">
            <a:extLst>
              <a:ext uri="{FF2B5EF4-FFF2-40B4-BE49-F238E27FC236}">
                <a16:creationId xmlns:a16="http://schemas.microsoft.com/office/drawing/2014/main" id="{06BE3B34-D76C-1AEF-B8C8-05E72E4AF5F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936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5" name="Line 26">
            <a:extLst>
              <a:ext uri="{FF2B5EF4-FFF2-40B4-BE49-F238E27FC236}">
                <a16:creationId xmlns:a16="http://schemas.microsoft.com/office/drawing/2014/main" id="{4B54F705-7031-69AF-9086-C6A2F0F51A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5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E216AC98-EBAE-614C-A849-2CCB31007B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879" y="4408139"/>
            <a:ext cx="3046485" cy="2083323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400"/>
              </a:spcAft>
              <a:buNone/>
              <a:defRPr sz="11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22B722-79D7-92B0-BE34-B0B3BF25DA4F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C7FE1C-1E89-132E-A10B-8DEB809CB73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7240761-E555-7384-C32A-6AE67A191C8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71397D-C172-0EE7-E9FE-E7646348E5E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75FEEA-6FDD-7E50-C2DB-9CECC2199A9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F2F0-B0AE-8654-C12F-763D062E9D0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CFE0B3B-9911-67C5-9D8B-04F133D18C6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066C081-F673-DA60-2B4E-B073D9ADEBC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AE1837-77EF-D47E-1D48-04923D878182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A3137C-1D3B-7B9F-0A10-41F427296E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35D9AD7-6539-13DB-708C-8A87CF5043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0D9229D-442D-4AED-19F0-F813D418C5E2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BEFBF4B-0413-7460-89F2-56CD72983F6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8D86BDE-C399-549E-86CA-7A4FF0F4DB9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D41B49B-FCFB-CEEA-9F1D-95EC8D3A7E42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E0FEAD3-B4B0-1C92-58EB-49412984C6E2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44" name="Line 5">
              <a:extLst>
                <a:ext uri="{FF2B5EF4-FFF2-40B4-BE49-F238E27FC236}">
                  <a16:creationId xmlns:a16="http://schemas.microsoft.com/office/drawing/2014/main" id="{1FE553E4-08FD-3E6C-713F-7D27D9ED814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6">
              <a:extLst>
                <a:ext uri="{FF2B5EF4-FFF2-40B4-BE49-F238E27FC236}">
                  <a16:creationId xmlns:a16="http://schemas.microsoft.com/office/drawing/2014/main" id="{487026D1-295B-D8F6-239C-5470BD51489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7">
              <a:extLst>
                <a:ext uri="{FF2B5EF4-FFF2-40B4-BE49-F238E27FC236}">
                  <a16:creationId xmlns:a16="http://schemas.microsoft.com/office/drawing/2014/main" id="{27C3F18C-3886-8403-4370-AE15FC83B28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8">
              <a:extLst>
                <a:ext uri="{FF2B5EF4-FFF2-40B4-BE49-F238E27FC236}">
                  <a16:creationId xmlns:a16="http://schemas.microsoft.com/office/drawing/2014/main" id="{1CB60A53-94D0-0F46-B49A-D9746EEFFC6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9">
              <a:extLst>
                <a:ext uri="{FF2B5EF4-FFF2-40B4-BE49-F238E27FC236}">
                  <a16:creationId xmlns:a16="http://schemas.microsoft.com/office/drawing/2014/main" id="{9BA99439-A387-DCC3-26F8-DB7E00947EE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10">
              <a:extLst>
                <a:ext uri="{FF2B5EF4-FFF2-40B4-BE49-F238E27FC236}">
                  <a16:creationId xmlns:a16="http://schemas.microsoft.com/office/drawing/2014/main" id="{AE3FDCD8-8B99-0E26-39AE-DAE4F1C2087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Line 11">
              <a:extLst>
                <a:ext uri="{FF2B5EF4-FFF2-40B4-BE49-F238E27FC236}">
                  <a16:creationId xmlns:a16="http://schemas.microsoft.com/office/drawing/2014/main" id="{F0A542A5-7502-9182-968D-4D282B1AD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Line 12">
              <a:extLst>
                <a:ext uri="{FF2B5EF4-FFF2-40B4-BE49-F238E27FC236}">
                  <a16:creationId xmlns:a16="http://schemas.microsoft.com/office/drawing/2014/main" id="{6AF8D2C1-E1D8-894D-313D-7CF4582D349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Line 13">
              <a:extLst>
                <a:ext uri="{FF2B5EF4-FFF2-40B4-BE49-F238E27FC236}">
                  <a16:creationId xmlns:a16="http://schemas.microsoft.com/office/drawing/2014/main" id="{987D631B-0095-687E-B349-3865F8323BE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Line 14">
              <a:extLst>
                <a:ext uri="{FF2B5EF4-FFF2-40B4-BE49-F238E27FC236}">
                  <a16:creationId xmlns:a16="http://schemas.microsoft.com/office/drawing/2014/main" id="{435BC03A-56B4-B598-92E5-21AFCA7E430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Line 15">
              <a:extLst>
                <a:ext uri="{FF2B5EF4-FFF2-40B4-BE49-F238E27FC236}">
                  <a16:creationId xmlns:a16="http://schemas.microsoft.com/office/drawing/2014/main" id="{2381D34F-AC15-891C-F389-38D852C67FF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Line 16">
              <a:extLst>
                <a:ext uri="{FF2B5EF4-FFF2-40B4-BE49-F238E27FC236}">
                  <a16:creationId xmlns:a16="http://schemas.microsoft.com/office/drawing/2014/main" id="{1E43DF1F-C40E-AAB5-DBD3-21FDDAB987E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Line 17">
              <a:extLst>
                <a:ext uri="{FF2B5EF4-FFF2-40B4-BE49-F238E27FC236}">
                  <a16:creationId xmlns:a16="http://schemas.microsoft.com/office/drawing/2014/main" id="{84A6E35E-8770-0FFD-0810-36B3A89EA4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Line 18">
              <a:extLst>
                <a:ext uri="{FF2B5EF4-FFF2-40B4-BE49-F238E27FC236}">
                  <a16:creationId xmlns:a16="http://schemas.microsoft.com/office/drawing/2014/main" id="{414C96FD-83A6-7D23-5B4F-70F1CD59FCA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Line 19">
              <a:extLst>
                <a:ext uri="{FF2B5EF4-FFF2-40B4-BE49-F238E27FC236}">
                  <a16:creationId xmlns:a16="http://schemas.microsoft.com/office/drawing/2014/main" id="{50F0968E-3D0A-4DBA-93D2-D21EBDBC24E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Line 20">
              <a:extLst>
                <a:ext uri="{FF2B5EF4-FFF2-40B4-BE49-F238E27FC236}">
                  <a16:creationId xmlns:a16="http://schemas.microsoft.com/office/drawing/2014/main" id="{81C30882-EE34-8AE1-8008-90A73DF5438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Line 21">
              <a:extLst>
                <a:ext uri="{FF2B5EF4-FFF2-40B4-BE49-F238E27FC236}">
                  <a16:creationId xmlns:a16="http://schemas.microsoft.com/office/drawing/2014/main" id="{406C96E1-852E-4701-3171-AB7AB94B0BE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Line 22">
              <a:extLst>
                <a:ext uri="{FF2B5EF4-FFF2-40B4-BE49-F238E27FC236}">
                  <a16:creationId xmlns:a16="http://schemas.microsoft.com/office/drawing/2014/main" id="{C997B0D0-E74E-797A-2694-4D089B624D0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Line 23">
              <a:extLst>
                <a:ext uri="{FF2B5EF4-FFF2-40B4-BE49-F238E27FC236}">
                  <a16:creationId xmlns:a16="http://schemas.microsoft.com/office/drawing/2014/main" id="{8D8D1129-D7DA-52C1-CFFD-8757040E30F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Line 24">
              <a:extLst>
                <a:ext uri="{FF2B5EF4-FFF2-40B4-BE49-F238E27FC236}">
                  <a16:creationId xmlns:a16="http://schemas.microsoft.com/office/drawing/2014/main" id="{D06853B9-BC0B-4B21-6C12-8FB7EEE889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Line 25">
              <a:extLst>
                <a:ext uri="{FF2B5EF4-FFF2-40B4-BE49-F238E27FC236}">
                  <a16:creationId xmlns:a16="http://schemas.microsoft.com/office/drawing/2014/main" id="{D0F5B9F5-246F-9B9B-5733-B920046E36B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D9799D34-3D41-FA62-C976-54E0FA9747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4685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#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108A02-0287-6301-335D-C1DE3B428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7600" y="904859"/>
            <a:ext cx="9157850" cy="135771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9B4CC6-370B-DC1F-1241-6E3B53DACE8C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A9432B1-0964-3791-6D96-E93E1131AFB3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C83C5B-CBA8-8E12-C1DE-0CF2690C09F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F68C7D-DFF8-00A3-92C9-0CD6153FB83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5725A7-6CF5-273E-BF7F-BCF79B40269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01457D-C91B-6CA5-8012-30BC40735C2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4D44D3F-73FA-AAA6-463F-9020D88CE70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E98834A-872B-AED4-52A3-C8E8D7712C0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374FDA6-64EB-091C-6039-7884B59BF81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6D25B9A-4818-CF01-DB41-601C8E6E22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D61DF-0BD6-1DB6-9E54-830A9A66FCB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050DA7-D04F-BD0E-B7DE-2F1AB32CE56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88D9538-4AF9-5DF0-75DB-DB4D6A526B2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7EE4BAE-9FEC-C3DC-E59D-CA1E5B8489C2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C0E975-28C6-02E7-B7E6-A7F4FB6FA08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CBAE864-9206-B100-6A94-E950668C7E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Line 19">
            <a:extLst>
              <a:ext uri="{FF2B5EF4-FFF2-40B4-BE49-F238E27FC236}">
                <a16:creationId xmlns:a16="http://schemas.microsoft.com/office/drawing/2014/main" id="{A91E32BE-2085-E822-59A2-DB98C0C8C49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4445000"/>
            <a:ext cx="12188825" cy="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Line 5">
            <a:extLst>
              <a:ext uri="{FF2B5EF4-FFF2-40B4-BE49-F238E27FC236}">
                <a16:creationId xmlns:a16="http://schemas.microsoft.com/office/drawing/2014/main" id="{D4350D19-4629-28BF-6698-88D754AFEAA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682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Line 6">
            <a:extLst>
              <a:ext uri="{FF2B5EF4-FFF2-40B4-BE49-F238E27FC236}">
                <a16:creationId xmlns:a16="http://schemas.microsoft.com/office/drawing/2014/main" id="{2A8E5FA2-CD5F-AC70-487D-90B20192FE3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666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Line 7">
            <a:extLst>
              <a:ext uri="{FF2B5EF4-FFF2-40B4-BE49-F238E27FC236}">
                <a16:creationId xmlns:a16="http://schemas.microsoft.com/office/drawing/2014/main" id="{9DD0CA1C-74D2-58AF-96AF-63CCB90BA4E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650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Line 8">
            <a:extLst>
              <a:ext uri="{FF2B5EF4-FFF2-40B4-BE49-F238E27FC236}">
                <a16:creationId xmlns:a16="http://schemas.microsoft.com/office/drawing/2014/main" id="{ABA1467B-8E4D-0459-A4B6-A40F2E1FC0F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36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6" name="Line 9">
            <a:extLst>
              <a:ext uri="{FF2B5EF4-FFF2-40B4-BE49-F238E27FC236}">
                <a16:creationId xmlns:a16="http://schemas.microsoft.com/office/drawing/2014/main" id="{102E3AC1-5173-D800-DBFB-5F384E5C401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620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" name="Line 10">
            <a:extLst>
              <a:ext uri="{FF2B5EF4-FFF2-40B4-BE49-F238E27FC236}">
                <a16:creationId xmlns:a16="http://schemas.microsoft.com/office/drawing/2014/main" id="{6F2F8242-04FD-A80A-6253-D6515673466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604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" name="Line 11">
            <a:extLst>
              <a:ext uri="{FF2B5EF4-FFF2-40B4-BE49-F238E27FC236}">
                <a16:creationId xmlns:a16="http://schemas.microsoft.com/office/drawing/2014/main" id="{788D9D5B-D2B5-07F1-3CE9-7CD7F88A03A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588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" name="Line 12">
            <a:extLst>
              <a:ext uri="{FF2B5EF4-FFF2-40B4-BE49-F238E27FC236}">
                <a16:creationId xmlns:a16="http://schemas.microsoft.com/office/drawing/2014/main" id="{23422105-9FEA-B461-680C-2782144A18E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" name="Line 13">
            <a:extLst>
              <a:ext uri="{FF2B5EF4-FFF2-40B4-BE49-F238E27FC236}">
                <a16:creationId xmlns:a16="http://schemas.microsoft.com/office/drawing/2014/main" id="{CE794161-7826-B3B3-4A9D-94363BE55D8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556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" name="Line 14">
            <a:extLst>
              <a:ext uri="{FF2B5EF4-FFF2-40B4-BE49-F238E27FC236}">
                <a16:creationId xmlns:a16="http://schemas.microsoft.com/office/drawing/2014/main" id="{B5138FCD-98AB-97A7-8032-4317640549B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41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" name="Line 15">
            <a:extLst>
              <a:ext uri="{FF2B5EF4-FFF2-40B4-BE49-F238E27FC236}">
                <a16:creationId xmlns:a16="http://schemas.microsoft.com/office/drawing/2014/main" id="{7B122251-557D-790B-6195-7D0265283FE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25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" name="Line 16">
            <a:extLst>
              <a:ext uri="{FF2B5EF4-FFF2-40B4-BE49-F238E27FC236}">
                <a16:creationId xmlns:a16="http://schemas.microsoft.com/office/drawing/2014/main" id="{32141257-F378-4338-31B6-504DD60E1D8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9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" name="Line 17">
            <a:extLst>
              <a:ext uri="{FF2B5EF4-FFF2-40B4-BE49-F238E27FC236}">
                <a16:creationId xmlns:a16="http://schemas.microsoft.com/office/drawing/2014/main" id="{7EB7C034-7AEE-A3D0-6186-1AB0108CA5C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6477000"/>
            <a:ext cx="12188825" cy="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" name="Line 18">
            <a:extLst>
              <a:ext uri="{FF2B5EF4-FFF2-40B4-BE49-F238E27FC236}">
                <a16:creationId xmlns:a16="http://schemas.microsoft.com/office/drawing/2014/main" id="{D27117AA-FCE4-F05A-2CE8-099E4230620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5461000"/>
            <a:ext cx="12188825" cy="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" name="Line 19">
            <a:extLst>
              <a:ext uri="{FF2B5EF4-FFF2-40B4-BE49-F238E27FC236}">
                <a16:creationId xmlns:a16="http://schemas.microsoft.com/office/drawing/2014/main" id="{1A2910F8-28D4-36B6-27FA-DEA00683311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4445000"/>
            <a:ext cx="12188825" cy="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9" name="Freeform 20">
            <a:extLst>
              <a:ext uri="{FF2B5EF4-FFF2-40B4-BE49-F238E27FC236}">
                <a16:creationId xmlns:a16="http://schemas.microsoft.com/office/drawing/2014/main" id="{F630D3C8-D023-C768-10A2-FDED9109A7A9}"/>
              </a:ext>
            </a:extLst>
          </p:cNvPr>
          <p:cNvSpPr>
            <a:spLocks/>
          </p:cNvSpPr>
          <p:nvPr userDrawn="1"/>
        </p:nvSpPr>
        <p:spPr bwMode="auto">
          <a:xfrm>
            <a:off x="1588" y="3429000"/>
            <a:ext cx="12188825" cy="0"/>
          </a:xfrm>
          <a:custGeom>
            <a:avLst/>
            <a:gdLst>
              <a:gd name="T0" fmla="*/ 0 w 7678"/>
              <a:gd name="T1" fmla="*/ 7678 w 7678"/>
              <a:gd name="T2" fmla="*/ 0 w 767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7678">
                <a:moveTo>
                  <a:pt x="0" y="0"/>
                </a:moveTo>
                <a:lnTo>
                  <a:pt x="76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FFFFFF">
                <a:alpha val="25098"/>
              </a:srgb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0" name="Line 21">
            <a:extLst>
              <a:ext uri="{FF2B5EF4-FFF2-40B4-BE49-F238E27FC236}">
                <a16:creationId xmlns:a16="http://schemas.microsoft.com/office/drawing/2014/main" id="{944C8167-4841-0B46-9C44-3DF85827B37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3429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24706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" name="Line 22">
            <a:extLst>
              <a:ext uri="{FF2B5EF4-FFF2-40B4-BE49-F238E27FC236}">
                <a16:creationId xmlns:a16="http://schemas.microsoft.com/office/drawing/2014/main" id="{02AE25CE-567C-DDE7-35F2-7D1205CA3A5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2413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" name="Line 23">
            <a:extLst>
              <a:ext uri="{FF2B5EF4-FFF2-40B4-BE49-F238E27FC236}">
                <a16:creationId xmlns:a16="http://schemas.microsoft.com/office/drawing/2014/main" id="{5BF9E94C-BE58-6272-C4AC-FF948423434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1397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" name="Line 24">
            <a:extLst>
              <a:ext uri="{FF2B5EF4-FFF2-40B4-BE49-F238E27FC236}">
                <a16:creationId xmlns:a16="http://schemas.microsoft.com/office/drawing/2014/main" id="{8FE5046D-F6C0-2CAB-7599-0F4AD1D9892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381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4" name="Line 25">
            <a:extLst>
              <a:ext uri="{FF2B5EF4-FFF2-40B4-BE49-F238E27FC236}">
                <a16:creationId xmlns:a16="http://schemas.microsoft.com/office/drawing/2014/main" id="{06BE3B34-D76C-1AEF-B8C8-05E72E4AF5F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936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5" name="Line 26">
            <a:extLst>
              <a:ext uri="{FF2B5EF4-FFF2-40B4-BE49-F238E27FC236}">
                <a16:creationId xmlns:a16="http://schemas.microsoft.com/office/drawing/2014/main" id="{4B54F705-7031-69AF-9086-C6A2F0F51A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5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6" name="Line 27">
            <a:extLst>
              <a:ext uri="{FF2B5EF4-FFF2-40B4-BE49-F238E27FC236}">
                <a16:creationId xmlns:a16="http://schemas.microsoft.com/office/drawing/2014/main" id="{43F5F5CB-A27D-1AE1-E619-73B04FAF892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682413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7" name="Line 28">
            <a:extLst>
              <a:ext uri="{FF2B5EF4-FFF2-40B4-BE49-F238E27FC236}">
                <a16:creationId xmlns:a16="http://schemas.microsoft.com/office/drawing/2014/main" id="{074A30F8-26E0-836C-5AD6-CF9BB6C9469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666413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8" name="Line 29">
            <a:extLst>
              <a:ext uri="{FF2B5EF4-FFF2-40B4-BE49-F238E27FC236}">
                <a16:creationId xmlns:a16="http://schemas.microsoft.com/office/drawing/2014/main" id="{7F85A39F-FAFB-112A-BE34-F546529C190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650413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9" name="Line 30">
            <a:extLst>
              <a:ext uri="{FF2B5EF4-FFF2-40B4-BE49-F238E27FC236}">
                <a16:creationId xmlns:a16="http://schemas.microsoft.com/office/drawing/2014/main" id="{B8190B55-3E8F-9A2F-A7BA-96253B60E16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36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" name="Line 31">
            <a:extLst>
              <a:ext uri="{FF2B5EF4-FFF2-40B4-BE49-F238E27FC236}">
                <a16:creationId xmlns:a16="http://schemas.microsoft.com/office/drawing/2014/main" id="{31F043E9-EAB7-08C5-9260-44F1F244821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620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" name="Line 32">
            <a:extLst>
              <a:ext uri="{FF2B5EF4-FFF2-40B4-BE49-F238E27FC236}">
                <a16:creationId xmlns:a16="http://schemas.microsoft.com/office/drawing/2014/main" id="{F5B9E059-9CFC-0130-E653-D1DFA51DFF6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604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" name="Line 33">
            <a:extLst>
              <a:ext uri="{FF2B5EF4-FFF2-40B4-BE49-F238E27FC236}">
                <a16:creationId xmlns:a16="http://schemas.microsoft.com/office/drawing/2014/main" id="{D7FF13F8-E62A-A568-0495-E48BDE8923B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588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" name="Line 34">
            <a:extLst>
              <a:ext uri="{FF2B5EF4-FFF2-40B4-BE49-F238E27FC236}">
                <a16:creationId xmlns:a16="http://schemas.microsoft.com/office/drawing/2014/main" id="{516D3EAB-6012-0E25-94B4-A6CAA3CD42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" name="Line 35">
            <a:extLst>
              <a:ext uri="{FF2B5EF4-FFF2-40B4-BE49-F238E27FC236}">
                <a16:creationId xmlns:a16="http://schemas.microsoft.com/office/drawing/2014/main" id="{CB8E9DDC-712B-54DA-AE8F-B1A3E05C956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556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5" name="Line 36">
            <a:extLst>
              <a:ext uri="{FF2B5EF4-FFF2-40B4-BE49-F238E27FC236}">
                <a16:creationId xmlns:a16="http://schemas.microsoft.com/office/drawing/2014/main" id="{BAB6F4B4-9960-49EE-F193-72D7A408404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41588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" name="Line 37">
            <a:extLst>
              <a:ext uri="{FF2B5EF4-FFF2-40B4-BE49-F238E27FC236}">
                <a16:creationId xmlns:a16="http://schemas.microsoft.com/office/drawing/2014/main" id="{E857FB30-5647-E7BB-2027-09961CCCB74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25588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7" name="Line 38">
            <a:extLst>
              <a:ext uri="{FF2B5EF4-FFF2-40B4-BE49-F238E27FC236}">
                <a16:creationId xmlns:a16="http://schemas.microsoft.com/office/drawing/2014/main" id="{67FDE887-33C2-1361-9699-9479E00E649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9588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" name="Line 39">
            <a:extLst>
              <a:ext uri="{FF2B5EF4-FFF2-40B4-BE49-F238E27FC236}">
                <a16:creationId xmlns:a16="http://schemas.microsoft.com/office/drawing/2014/main" id="{EB0ADC5F-4C63-1592-182A-2185AA466D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936413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9" name="Line 40">
            <a:extLst>
              <a:ext uri="{FF2B5EF4-FFF2-40B4-BE49-F238E27FC236}">
                <a16:creationId xmlns:a16="http://schemas.microsoft.com/office/drawing/2014/main" id="{76FEBBD6-8F24-4A3A-B1C7-F55BBEFEAD9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5588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E216AC98-EBAE-614C-A849-2CCB31007B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879" y="4408139"/>
            <a:ext cx="3046485" cy="2083323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400"/>
              </a:spcAft>
              <a:buNone/>
              <a:defRPr sz="11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75AB8B-29C0-E1A4-AE61-7E124F8B5F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4237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gline #1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54193F2-7004-1588-E038-3FA0635B5E9F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4690794-FCB6-E1A4-9B7C-381FC6649D63}"/>
                </a:ext>
              </a:extLst>
            </p:cNvPr>
            <p:cNvGrpSpPr/>
            <p:nvPr userDrawn="1"/>
          </p:nvGrpSpPr>
          <p:grpSpPr>
            <a:xfrm>
              <a:off x="1588" y="0"/>
              <a:ext cx="12188825" cy="6858000"/>
              <a:chOff x="1588" y="0"/>
              <a:chExt cx="12188825" cy="6858000"/>
            </a:xfrm>
          </p:grpSpPr>
          <p:sp>
            <p:nvSpPr>
              <p:cNvPr id="5" name="Line 5">
                <a:extLst>
                  <a:ext uri="{FF2B5EF4-FFF2-40B4-BE49-F238E27FC236}">
                    <a16:creationId xmlns:a16="http://schemas.microsoft.com/office/drawing/2014/main" id="{BD08CE10-2BE0-62C4-9B64-DFCEAE6DC47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682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" name="Line 6">
                <a:extLst>
                  <a:ext uri="{FF2B5EF4-FFF2-40B4-BE49-F238E27FC236}">
                    <a16:creationId xmlns:a16="http://schemas.microsoft.com/office/drawing/2014/main" id="{3B4C894D-3A8E-928F-B0F0-4FFFA64D37A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66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Line 7">
                <a:extLst>
                  <a:ext uri="{FF2B5EF4-FFF2-40B4-BE49-F238E27FC236}">
                    <a16:creationId xmlns:a16="http://schemas.microsoft.com/office/drawing/2014/main" id="{1FAEF4E7-A668-0529-44CE-093FC42AAAE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650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" name="Line 8">
                <a:extLst>
                  <a:ext uri="{FF2B5EF4-FFF2-40B4-BE49-F238E27FC236}">
                    <a16:creationId xmlns:a16="http://schemas.microsoft.com/office/drawing/2014/main" id="{42F0CB80-86E6-CCA7-DA84-A59C6EE2B38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863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Line 9">
                <a:extLst>
                  <a:ext uri="{FF2B5EF4-FFF2-40B4-BE49-F238E27FC236}">
                    <a16:creationId xmlns:a16="http://schemas.microsoft.com/office/drawing/2014/main" id="{5F4E60C3-16BC-207C-88FE-7AE29283F02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620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Line 10">
                <a:extLst>
                  <a:ext uri="{FF2B5EF4-FFF2-40B4-BE49-F238E27FC236}">
                    <a16:creationId xmlns:a16="http://schemas.microsoft.com/office/drawing/2014/main" id="{038C689D-A04E-569A-1D11-3292AF587F5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604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Line 11">
                <a:extLst>
                  <a:ext uri="{FF2B5EF4-FFF2-40B4-BE49-F238E27FC236}">
                    <a16:creationId xmlns:a16="http://schemas.microsoft.com/office/drawing/2014/main" id="{CBCFB7EE-7943-76C9-ABD1-2088B6CA014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588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Line 12">
                <a:extLst>
                  <a:ext uri="{FF2B5EF4-FFF2-40B4-BE49-F238E27FC236}">
                    <a16:creationId xmlns:a16="http://schemas.microsoft.com/office/drawing/2014/main" id="{AFFFB3EE-FE3B-6EE0-3A14-65D8D2F861E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572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13">
                <a:extLst>
                  <a:ext uri="{FF2B5EF4-FFF2-40B4-BE49-F238E27FC236}">
                    <a16:creationId xmlns:a16="http://schemas.microsoft.com/office/drawing/2014/main" id="{9A080037-DA18-4FEE-2A77-E30CF175A8D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355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Line 14">
                <a:extLst>
                  <a:ext uri="{FF2B5EF4-FFF2-40B4-BE49-F238E27FC236}">
                    <a16:creationId xmlns:a16="http://schemas.microsoft.com/office/drawing/2014/main" id="{9791BDFE-1BCB-12CD-760B-32E7B0AB34C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41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Line 15">
                <a:extLst>
                  <a:ext uri="{FF2B5EF4-FFF2-40B4-BE49-F238E27FC236}">
                    <a16:creationId xmlns:a16="http://schemas.microsoft.com/office/drawing/2014/main" id="{67B76B03-AD38-2F0C-CF95-AEC99454CB4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2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16">
                <a:extLst>
                  <a:ext uri="{FF2B5EF4-FFF2-40B4-BE49-F238E27FC236}">
                    <a16:creationId xmlns:a16="http://schemas.microsoft.com/office/drawing/2014/main" id="{17F1E861-76C3-C91C-A60B-DB66FB03FE5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09586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Line 17">
                <a:extLst>
                  <a:ext uri="{FF2B5EF4-FFF2-40B4-BE49-F238E27FC236}">
                    <a16:creationId xmlns:a16="http://schemas.microsoft.com/office/drawing/2014/main" id="{4D579655-B02F-1081-3D2C-269E3F4974E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647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Line 18">
                <a:extLst>
                  <a:ext uri="{FF2B5EF4-FFF2-40B4-BE49-F238E27FC236}">
                    <a16:creationId xmlns:a16="http://schemas.microsoft.com/office/drawing/2014/main" id="{A4699EF6-2555-107E-A58E-CB42B9675C9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546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Line 20">
                <a:extLst>
                  <a:ext uri="{FF2B5EF4-FFF2-40B4-BE49-F238E27FC236}">
                    <a16:creationId xmlns:a16="http://schemas.microsoft.com/office/drawing/2014/main" id="{ADFE4E81-250A-54E3-6653-6715603E371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429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Line 21">
                <a:extLst>
                  <a:ext uri="{FF2B5EF4-FFF2-40B4-BE49-F238E27FC236}">
                    <a16:creationId xmlns:a16="http://schemas.microsoft.com/office/drawing/2014/main" id="{30F3D667-EC7C-9FA7-A188-43A39C74CA8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2413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Line 22">
                <a:extLst>
                  <a:ext uri="{FF2B5EF4-FFF2-40B4-BE49-F238E27FC236}">
                    <a16:creationId xmlns:a16="http://schemas.microsoft.com/office/drawing/2014/main" id="{E03AFA0B-1701-63B7-3259-BD74E4A3B81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139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Line 23">
                <a:extLst>
                  <a:ext uri="{FF2B5EF4-FFF2-40B4-BE49-F238E27FC236}">
                    <a16:creationId xmlns:a16="http://schemas.microsoft.com/office/drawing/2014/main" id="{E6322EF9-727E-4D41-AA83-44CD9351E95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8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Line 24">
                <a:extLst>
                  <a:ext uri="{FF2B5EF4-FFF2-40B4-BE49-F238E27FC236}">
                    <a16:creationId xmlns:a16="http://schemas.microsoft.com/office/drawing/2014/main" id="{9477BC0F-360A-FD3F-D3AE-88608410B28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93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Line 25">
                <a:extLst>
                  <a:ext uri="{FF2B5EF4-FFF2-40B4-BE49-F238E27FC236}">
                    <a16:creationId xmlns:a16="http://schemas.microsoft.com/office/drawing/2014/main" id="{288618AE-0215-6DCC-10A5-8D0982288F0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" name="Line 19">
              <a:extLst>
                <a:ext uri="{FF2B5EF4-FFF2-40B4-BE49-F238E27FC236}">
                  <a16:creationId xmlns:a16="http://schemas.microsoft.com/office/drawing/2014/main" id="{BF99B95B-DA5E-9EAD-A463-871359AAB9D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90102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gline #2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49FCE8D-123F-7777-A9AA-A48CBEA8A443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" name="Line 5">
              <a:extLst>
                <a:ext uri="{FF2B5EF4-FFF2-40B4-BE49-F238E27FC236}">
                  <a16:creationId xmlns:a16="http://schemas.microsoft.com/office/drawing/2014/main" id="{13CCA3E9-0CDB-AC95-C3F1-D9ADF9849D1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Line 6">
              <a:extLst>
                <a:ext uri="{FF2B5EF4-FFF2-40B4-BE49-F238E27FC236}">
                  <a16:creationId xmlns:a16="http://schemas.microsoft.com/office/drawing/2014/main" id="{CA306A9F-CE4B-54C1-D656-7AD6121481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Line 7">
              <a:extLst>
                <a:ext uri="{FF2B5EF4-FFF2-40B4-BE49-F238E27FC236}">
                  <a16:creationId xmlns:a16="http://schemas.microsoft.com/office/drawing/2014/main" id="{D5E47C0F-EF81-3DA7-1A67-1083550753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Line 8">
              <a:extLst>
                <a:ext uri="{FF2B5EF4-FFF2-40B4-BE49-F238E27FC236}">
                  <a16:creationId xmlns:a16="http://schemas.microsoft.com/office/drawing/2014/main" id="{27B78E34-9F9F-5D79-A304-F4F53CFBBA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BEBCADFD-E4EC-2BEA-1EE7-A22220B386A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9992C606-98BA-046D-4726-C6E3C86925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8BA60CFF-0637-2225-A3B2-499B360373B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D2E3274A-82A9-A824-B858-8C7242C1F07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12B8BB33-B541-0C6C-66FD-9D5D85C65AE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3AADA1BC-6D2F-7945-6EDD-1A250CD24B7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25121B0D-1EFB-8DC9-91B1-8919E41F695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id="{855E9B33-4B12-4FDD-2B69-A3FBB0FD013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39E54E8D-7C33-FFB1-4866-428F8E6569A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3C5A21F1-6589-C639-4E98-731CD141AB6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BEA91D23-2277-488C-4820-D68A0F8E6D8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20">
              <a:extLst>
                <a:ext uri="{FF2B5EF4-FFF2-40B4-BE49-F238E27FC236}">
                  <a16:creationId xmlns:a16="http://schemas.microsoft.com/office/drawing/2014/main" id="{2D4A7F8B-8ED0-B947-2691-8DB19AC14E8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21">
              <a:extLst>
                <a:ext uri="{FF2B5EF4-FFF2-40B4-BE49-F238E27FC236}">
                  <a16:creationId xmlns:a16="http://schemas.microsoft.com/office/drawing/2014/main" id="{243FA6B3-13CB-F536-3A6A-EDE6B7CF91D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22">
              <a:extLst>
                <a:ext uri="{FF2B5EF4-FFF2-40B4-BE49-F238E27FC236}">
                  <a16:creationId xmlns:a16="http://schemas.microsoft.com/office/drawing/2014/main" id="{C24932A2-E75D-C050-4A22-0A271F75FB0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23">
              <a:extLst>
                <a:ext uri="{FF2B5EF4-FFF2-40B4-BE49-F238E27FC236}">
                  <a16:creationId xmlns:a16="http://schemas.microsoft.com/office/drawing/2014/main" id="{74641C7A-593C-AFAB-87C7-48E6467AFD5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24">
              <a:extLst>
                <a:ext uri="{FF2B5EF4-FFF2-40B4-BE49-F238E27FC236}">
                  <a16:creationId xmlns:a16="http://schemas.microsoft.com/office/drawing/2014/main" id="{7E5B6F89-8C43-AE89-90C8-B2A7E364F96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25">
              <a:extLst>
                <a:ext uri="{FF2B5EF4-FFF2-40B4-BE49-F238E27FC236}">
                  <a16:creationId xmlns:a16="http://schemas.microsoft.com/office/drawing/2014/main" id="{C258EA5D-4EC8-B2A2-A628-E57D614F73D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50764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gline #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D874260-5011-E72C-09B6-F959A9BA61A0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867B320-B0DD-3361-B022-5F4D0272DAF1}"/>
                </a:ext>
              </a:extLst>
            </p:cNvPr>
            <p:cNvGrpSpPr/>
            <p:nvPr userDrawn="1"/>
          </p:nvGrpSpPr>
          <p:grpSpPr>
            <a:xfrm>
              <a:off x="1588" y="0"/>
              <a:ext cx="12188825" cy="6858000"/>
              <a:chOff x="1588" y="0"/>
              <a:chExt cx="12188825" cy="6858000"/>
            </a:xfrm>
          </p:grpSpPr>
          <p:sp>
            <p:nvSpPr>
              <p:cNvPr id="5" name="Line 5">
                <a:extLst>
                  <a:ext uri="{FF2B5EF4-FFF2-40B4-BE49-F238E27FC236}">
                    <a16:creationId xmlns:a16="http://schemas.microsoft.com/office/drawing/2014/main" id="{CF08A62F-52C8-DEBD-B891-95C64346977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682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" name="Line 6">
                <a:extLst>
                  <a:ext uri="{FF2B5EF4-FFF2-40B4-BE49-F238E27FC236}">
                    <a16:creationId xmlns:a16="http://schemas.microsoft.com/office/drawing/2014/main" id="{22AF96F1-95C1-70D3-0F65-E70AC69D0C7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66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Line 7">
                <a:extLst>
                  <a:ext uri="{FF2B5EF4-FFF2-40B4-BE49-F238E27FC236}">
                    <a16:creationId xmlns:a16="http://schemas.microsoft.com/office/drawing/2014/main" id="{A0F3BEB7-D17E-E8F4-F225-3D567F5906D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650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" name="Line 8">
                <a:extLst>
                  <a:ext uri="{FF2B5EF4-FFF2-40B4-BE49-F238E27FC236}">
                    <a16:creationId xmlns:a16="http://schemas.microsoft.com/office/drawing/2014/main" id="{8DB9C8B0-48F7-7CE3-66C9-E97485A27D1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863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Line 9">
                <a:extLst>
                  <a:ext uri="{FF2B5EF4-FFF2-40B4-BE49-F238E27FC236}">
                    <a16:creationId xmlns:a16="http://schemas.microsoft.com/office/drawing/2014/main" id="{E395E67A-FA52-301C-14E1-7E91C8F5931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620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Line 10">
                <a:extLst>
                  <a:ext uri="{FF2B5EF4-FFF2-40B4-BE49-F238E27FC236}">
                    <a16:creationId xmlns:a16="http://schemas.microsoft.com/office/drawing/2014/main" id="{98597CC0-9ED0-25B5-74D0-82E27022869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604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Line 11">
                <a:extLst>
                  <a:ext uri="{FF2B5EF4-FFF2-40B4-BE49-F238E27FC236}">
                    <a16:creationId xmlns:a16="http://schemas.microsoft.com/office/drawing/2014/main" id="{A8EA60C5-725C-FBE8-66D1-B28733A1638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588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Line 12">
                <a:extLst>
                  <a:ext uri="{FF2B5EF4-FFF2-40B4-BE49-F238E27FC236}">
                    <a16:creationId xmlns:a16="http://schemas.microsoft.com/office/drawing/2014/main" id="{9F29AE27-326C-8266-C7F1-1E4127E33EF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572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13">
                <a:extLst>
                  <a:ext uri="{FF2B5EF4-FFF2-40B4-BE49-F238E27FC236}">
                    <a16:creationId xmlns:a16="http://schemas.microsoft.com/office/drawing/2014/main" id="{FEED5DF3-6B49-D053-009F-89257906C13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355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Line 14">
                <a:extLst>
                  <a:ext uri="{FF2B5EF4-FFF2-40B4-BE49-F238E27FC236}">
                    <a16:creationId xmlns:a16="http://schemas.microsoft.com/office/drawing/2014/main" id="{D59DA290-CB69-173B-F62F-20562935BC1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41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Line 15">
                <a:extLst>
                  <a:ext uri="{FF2B5EF4-FFF2-40B4-BE49-F238E27FC236}">
                    <a16:creationId xmlns:a16="http://schemas.microsoft.com/office/drawing/2014/main" id="{63C87B08-516D-FF86-ADEA-7A14B363292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2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16">
                <a:extLst>
                  <a:ext uri="{FF2B5EF4-FFF2-40B4-BE49-F238E27FC236}">
                    <a16:creationId xmlns:a16="http://schemas.microsoft.com/office/drawing/2014/main" id="{3A6E2F38-0F97-718E-AF94-A8B6A64DAF2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09586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Line 17">
                <a:extLst>
                  <a:ext uri="{FF2B5EF4-FFF2-40B4-BE49-F238E27FC236}">
                    <a16:creationId xmlns:a16="http://schemas.microsoft.com/office/drawing/2014/main" id="{5DCF32B5-F0A0-58D6-26AD-2D6DD15EFD2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647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Line 18">
                <a:extLst>
                  <a:ext uri="{FF2B5EF4-FFF2-40B4-BE49-F238E27FC236}">
                    <a16:creationId xmlns:a16="http://schemas.microsoft.com/office/drawing/2014/main" id="{801EA995-75AF-4607-62AA-4AB8ED086C0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546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Line 20">
                <a:extLst>
                  <a:ext uri="{FF2B5EF4-FFF2-40B4-BE49-F238E27FC236}">
                    <a16:creationId xmlns:a16="http://schemas.microsoft.com/office/drawing/2014/main" id="{BECC27AD-C630-A30B-1123-CB62F642AA7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429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Line 21">
                <a:extLst>
                  <a:ext uri="{FF2B5EF4-FFF2-40B4-BE49-F238E27FC236}">
                    <a16:creationId xmlns:a16="http://schemas.microsoft.com/office/drawing/2014/main" id="{66A238D6-0F2B-324B-9489-499317B6205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2413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Line 22">
                <a:extLst>
                  <a:ext uri="{FF2B5EF4-FFF2-40B4-BE49-F238E27FC236}">
                    <a16:creationId xmlns:a16="http://schemas.microsoft.com/office/drawing/2014/main" id="{FA4DAC41-C1BF-C539-4015-BAF0FDAF848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139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Line 23">
                <a:extLst>
                  <a:ext uri="{FF2B5EF4-FFF2-40B4-BE49-F238E27FC236}">
                    <a16:creationId xmlns:a16="http://schemas.microsoft.com/office/drawing/2014/main" id="{DCDB3B89-9949-11A1-39C6-8C6ABD70931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8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Line 24">
                <a:extLst>
                  <a:ext uri="{FF2B5EF4-FFF2-40B4-BE49-F238E27FC236}">
                    <a16:creationId xmlns:a16="http://schemas.microsoft.com/office/drawing/2014/main" id="{A215B222-0B14-8636-E744-D67D4A7502A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93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Line 25">
                <a:extLst>
                  <a:ext uri="{FF2B5EF4-FFF2-40B4-BE49-F238E27FC236}">
                    <a16:creationId xmlns:a16="http://schemas.microsoft.com/office/drawing/2014/main" id="{DB4A654F-04EF-279D-BA5E-A580862F64F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" name="Line 19">
              <a:extLst>
                <a:ext uri="{FF2B5EF4-FFF2-40B4-BE49-F238E27FC236}">
                  <a16:creationId xmlns:a16="http://schemas.microsoft.com/office/drawing/2014/main" id="{02A2DFBB-344E-45F2-2959-731FA86AE87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3935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gline #4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0AD6293-CAF5-7BBD-C7C4-1B55D24F17C2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" name="Line 5">
              <a:extLst>
                <a:ext uri="{FF2B5EF4-FFF2-40B4-BE49-F238E27FC236}">
                  <a16:creationId xmlns:a16="http://schemas.microsoft.com/office/drawing/2014/main" id="{4D97CDED-1C49-3F33-E45E-997067B886A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Line 6">
              <a:extLst>
                <a:ext uri="{FF2B5EF4-FFF2-40B4-BE49-F238E27FC236}">
                  <a16:creationId xmlns:a16="http://schemas.microsoft.com/office/drawing/2014/main" id="{BCAEA57C-92BA-C767-B40D-FCFE21E351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Line 7">
              <a:extLst>
                <a:ext uri="{FF2B5EF4-FFF2-40B4-BE49-F238E27FC236}">
                  <a16:creationId xmlns:a16="http://schemas.microsoft.com/office/drawing/2014/main" id="{E9FC06C8-DA89-8BA1-3311-0436F98DB17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Line 8">
              <a:extLst>
                <a:ext uri="{FF2B5EF4-FFF2-40B4-BE49-F238E27FC236}">
                  <a16:creationId xmlns:a16="http://schemas.microsoft.com/office/drawing/2014/main" id="{C6B50C05-4256-34C4-8872-AF02A149C08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AA5F6579-F71B-45C8-098F-4551D8A3698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FE882743-7D58-1C15-0C2D-774E9E84AEC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7B3631E4-9CD1-DB85-4A1F-E2E372469B0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EB88240A-CE3F-2124-6F64-3DD0D72F4AC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995DE823-8149-A483-0D04-D58593EA1C9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140C8FE1-86A3-A7C8-8B4D-9C2C135F13C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E8AAEF3A-31A5-7AEC-64D7-9809A66944A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id="{672BC797-28B5-6FA5-9B41-A442E64F488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8F5E7D93-7785-00A8-FEA1-42345E7CFD9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0EBB6DFF-62FF-BB60-C9D7-E33E98BFEC0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54CABB4D-A923-8048-978C-DC4DA1E5941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20">
              <a:extLst>
                <a:ext uri="{FF2B5EF4-FFF2-40B4-BE49-F238E27FC236}">
                  <a16:creationId xmlns:a16="http://schemas.microsoft.com/office/drawing/2014/main" id="{59CD1904-6D5F-53D5-4DC0-4301F9C0409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21">
              <a:extLst>
                <a:ext uri="{FF2B5EF4-FFF2-40B4-BE49-F238E27FC236}">
                  <a16:creationId xmlns:a16="http://schemas.microsoft.com/office/drawing/2014/main" id="{3945703B-2CF3-4F78-0140-B55E6036314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22">
              <a:extLst>
                <a:ext uri="{FF2B5EF4-FFF2-40B4-BE49-F238E27FC236}">
                  <a16:creationId xmlns:a16="http://schemas.microsoft.com/office/drawing/2014/main" id="{5723CB80-30ED-E932-4C19-DC38933D7B7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23">
              <a:extLst>
                <a:ext uri="{FF2B5EF4-FFF2-40B4-BE49-F238E27FC236}">
                  <a16:creationId xmlns:a16="http://schemas.microsoft.com/office/drawing/2014/main" id="{80F54DED-D224-784D-A4B4-40A9DFCA5AD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24">
              <a:extLst>
                <a:ext uri="{FF2B5EF4-FFF2-40B4-BE49-F238E27FC236}">
                  <a16:creationId xmlns:a16="http://schemas.microsoft.com/office/drawing/2014/main" id="{F7B38342-00A4-B9EB-5720-CAF8FE5BAD8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25">
              <a:extLst>
                <a:ext uri="{FF2B5EF4-FFF2-40B4-BE49-F238E27FC236}">
                  <a16:creationId xmlns:a16="http://schemas.microsoft.com/office/drawing/2014/main" id="{AEAA974F-03AD-23CB-6E67-3235FA4D4EE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65738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D07E-9516-5559-3B51-2EEC556F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6" y="303306"/>
            <a:ext cx="7627938" cy="540393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731DB-AC8F-185B-D8C2-6F7A0CC63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588" y="1578191"/>
            <a:ext cx="5703887" cy="4661326"/>
          </a:xfrm>
        </p:spPr>
        <p:txBody>
          <a:bodyPr/>
          <a:lstStyle>
            <a:lvl1pPr marL="169863" indent="-169863">
              <a:lnSpc>
                <a:spcPct val="90000"/>
              </a:lnSpc>
              <a:spcBef>
                <a:spcPts val="1200"/>
              </a:spcBef>
              <a:buClr>
                <a:srgbClr val="FF4400"/>
              </a:buClr>
              <a:defRPr sz="1800">
                <a:latin typeface="+mn-lt"/>
              </a:defRPr>
            </a:lvl1pPr>
            <a:lvl2pPr marL="385763" indent="-201613">
              <a:lnSpc>
                <a:spcPct val="90000"/>
              </a:lnSpc>
              <a:spcBef>
                <a:spcPts val="1200"/>
              </a:spcBef>
              <a:buClr>
                <a:srgbClr val="FF4400"/>
              </a:buClr>
              <a:defRPr sz="1800">
                <a:latin typeface="+mn-lt"/>
              </a:defRPr>
            </a:lvl2pPr>
            <a:lvl3pPr marL="546100" indent="-1603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3pPr>
            <a:lvl4pPr marL="763588" indent="-2365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4pPr>
            <a:lvl5pPr marL="938213" indent="-165100">
              <a:lnSpc>
                <a:spcPct val="90000"/>
              </a:lnSpc>
              <a:spcBef>
                <a:spcPts val="1200"/>
              </a:spcBef>
              <a:tabLst/>
              <a:defRPr sz="1800"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6382E-6A08-04E4-1C57-4AF0FCAF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22BA8E-66BE-CC14-2A72-6E9D7E47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/>
              <a:t>Confidential—Not for public consumption or distribution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28D649-57EF-71E6-5B06-15835969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583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Two Content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D07E-9516-5559-3B51-2EEC556F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6" y="303306"/>
            <a:ext cx="7627938" cy="540393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731DB-AC8F-185B-D8C2-6F7A0CC63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588" y="1578191"/>
            <a:ext cx="4705200" cy="4661326"/>
          </a:xfrm>
        </p:spPr>
        <p:txBody>
          <a:bodyPr/>
          <a:lstStyle>
            <a:lvl1pPr marL="169863" indent="-169863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1pPr>
            <a:lvl2pPr marL="385763" indent="-201613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2pPr>
            <a:lvl3pPr marL="546100" indent="-1603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3pPr>
            <a:lvl4pPr marL="763588" indent="-2365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4pPr>
            <a:lvl5pPr marL="938213" indent="-165100">
              <a:lnSpc>
                <a:spcPct val="90000"/>
              </a:lnSpc>
              <a:spcBef>
                <a:spcPts val="1200"/>
              </a:spcBef>
              <a:tabLst/>
              <a:defRPr sz="1800"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6382E-6A08-04E4-1C57-4AF0FCAF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22BA8E-66BE-CC14-2A72-6E9D7E47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/>
              <a:t>Confidential—Not for public consumption or distribution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28D649-57EF-71E6-5B06-15835969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A006CC-7CCB-708A-C4F5-9EB7FB7328B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40596" y="1578191"/>
            <a:ext cx="4705091" cy="4661326"/>
          </a:xfrm>
        </p:spPr>
        <p:txBody>
          <a:bodyPr/>
          <a:lstStyle>
            <a:lvl1pPr marL="169863" indent="-169863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1pPr>
            <a:lvl2pPr marL="385763" indent="-201613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2pPr>
            <a:lvl3pPr marL="546100" indent="-1603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3pPr>
            <a:lvl4pPr marL="763588" indent="-2365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4pPr>
            <a:lvl5pPr marL="938213" indent="-165100">
              <a:lnSpc>
                <a:spcPct val="90000"/>
              </a:lnSpc>
              <a:spcBef>
                <a:spcPts val="1200"/>
              </a:spcBef>
              <a:tabLst/>
              <a:defRPr sz="1800"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37837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588" y="1576798"/>
            <a:ext cx="4705200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774D18E-FC32-F8D3-4F35-5859A594540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240596" y="1576798"/>
            <a:ext cx="4705091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298446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589" y="1576797"/>
            <a:ext cx="3713161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60EF10-566A-9760-FC48-1675941DB7B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40213" y="1576798"/>
            <a:ext cx="3711600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3948417-E7E8-DAF6-B83B-EC532D47557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23250" y="1576798"/>
            <a:ext cx="3711600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441084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588" y="1576798"/>
            <a:ext cx="2721600" cy="464937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3E57C09-17FF-5B0E-EE80-539830D1DAF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195054" y="1576798"/>
            <a:ext cx="2721600" cy="464937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9AA1395-115C-0AAD-7317-43D650FA988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232268" y="1576798"/>
            <a:ext cx="2721214" cy="464937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87297EE-FFF9-C6CB-4FF1-2389E73E57E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23734" y="1576798"/>
            <a:ext cx="2721214" cy="464937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26177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0003" y="1580821"/>
            <a:ext cx="4788000" cy="4625341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buNone/>
              <a:defRPr sz="1100" b="1"/>
            </a:lvl1pPr>
            <a:lvl2pPr marL="0" indent="0">
              <a:lnSpc>
                <a:spcPct val="85000"/>
              </a:lnSpc>
              <a:buNone/>
              <a:defRPr sz="3600">
                <a:latin typeface="+mj-lt"/>
              </a:defRPr>
            </a:lvl2pPr>
            <a:lvl3pPr marL="0" indent="0">
              <a:spcBef>
                <a:spcPts val="1000"/>
              </a:spcBef>
              <a:buNone/>
              <a:defRPr sz="1600">
                <a:latin typeface="+mj-lt"/>
              </a:defRPr>
            </a:lvl3pPr>
            <a:lvl4pPr marL="169200" indent="-169200">
              <a:buFont typeface="Wingdings" panose="05000000000000000000" pitchFamily="2" charset="2"/>
              <a:buChar char="§"/>
              <a:defRPr sz="1600">
                <a:latin typeface="+mj-lt"/>
              </a:defRPr>
            </a:lvl4pPr>
            <a:lvl5pPr marL="392400" indent="-205200">
              <a:buFont typeface="Aptos Light" panose="020B0004020202020204" pitchFamily="34" charset="0"/>
              <a:buChar char="–"/>
              <a:defRPr sz="1600">
                <a:latin typeface="+mj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39D2CB0-3045-5F76-147D-6DAAD8CA37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30938" y="0"/>
            <a:ext cx="5654675" cy="5854700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C47339-4A3E-E641-2D06-2759C4B146D1}"/>
              </a:ext>
            </a:extLst>
          </p:cNvPr>
          <p:cNvCxnSpPr>
            <a:cxnSpLocks/>
          </p:cNvCxnSpPr>
          <p:nvPr userDrawn="1"/>
        </p:nvCxnSpPr>
        <p:spPr>
          <a:xfrm>
            <a:off x="0" y="1697040"/>
            <a:ext cx="6096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1676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D07E-9516-5559-3B51-2EEC556F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151" y="303306"/>
            <a:ext cx="11164461" cy="540393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731DB-AC8F-185B-D8C2-6F7A0CC63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599" y="954065"/>
            <a:ext cx="3711600" cy="2229439"/>
          </a:xfrm>
        </p:spPr>
        <p:txBody>
          <a:bodyPr/>
          <a:lstStyle>
            <a:lvl1pPr marL="169863" indent="-169863">
              <a:spcBef>
                <a:spcPts val="1000"/>
              </a:spcBef>
              <a:defRPr sz="1600">
                <a:latin typeface="+mj-lt"/>
              </a:defRPr>
            </a:lvl1pPr>
            <a:lvl2pPr marL="385763" indent="-201613">
              <a:spcBef>
                <a:spcPts val="1000"/>
              </a:spcBef>
              <a:defRPr sz="1600">
                <a:latin typeface="+mj-lt"/>
              </a:defRPr>
            </a:lvl2pPr>
            <a:lvl3pPr marL="546100" indent="-160338">
              <a:spcBef>
                <a:spcPts val="1000"/>
              </a:spcBef>
              <a:defRPr sz="1600">
                <a:latin typeface="+mj-lt"/>
              </a:defRPr>
            </a:lvl3pPr>
            <a:lvl4pPr marL="763588" indent="-236538">
              <a:spcBef>
                <a:spcPts val="1000"/>
              </a:spcBef>
              <a:defRPr sz="1600">
                <a:latin typeface="+mj-lt"/>
              </a:defRPr>
            </a:lvl4pPr>
            <a:lvl5pPr marL="938213" indent="-165100">
              <a:spcBef>
                <a:spcPts val="1000"/>
              </a:spcBef>
              <a:tabLst/>
              <a:defRPr sz="1600">
                <a:latin typeface="+mj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6382E-6A08-04E4-1C57-4AF0FCAF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22BA8E-66BE-CC14-2A72-6E9D7E47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/>
              <a:t>Confidential—Not for public consumption or distribution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28D649-57EF-71E6-5B06-15835969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8684FF3-6ADA-BD13-ED4B-CC442E3394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40213" y="981125"/>
            <a:ext cx="2538000" cy="1086802"/>
          </a:xfrm>
          <a:solidFill>
            <a:srgbClr val="FF4400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buNone/>
              <a:defRPr sz="3400" spc="0" baseline="0"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/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rgbClr val="1E1E25"/>
              </a:buClr>
              <a:buFont typeface="Wingdings" panose="05000000000000000000" pitchFamily="2" charset="2"/>
              <a:buChar char="§"/>
              <a:defRPr spc="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88A0EE0-841A-3FBC-55D7-4989421D8E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19307" y="981125"/>
            <a:ext cx="2538000" cy="1086802"/>
          </a:xfrm>
          <a:solidFill>
            <a:srgbClr val="FF4400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buNone/>
              <a:defRPr sz="3400" spc="0" baseline="0"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/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rgbClr val="1E1E25"/>
              </a:buClr>
              <a:buFont typeface="Wingdings" panose="05000000000000000000" pitchFamily="2" charset="2"/>
              <a:buChar char="§"/>
              <a:defRPr spc="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31769C2B-94CE-82DF-192E-676BCE6B65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98401" y="981125"/>
            <a:ext cx="2538000" cy="1086802"/>
          </a:xfrm>
          <a:solidFill>
            <a:srgbClr val="FF4400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buNone/>
              <a:defRPr sz="3400" spc="0" baseline="0"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/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rgbClr val="1E1E25"/>
              </a:buClr>
              <a:buFont typeface="Wingdings" panose="05000000000000000000" pitchFamily="2" charset="2"/>
              <a:buChar char="§"/>
              <a:defRPr spc="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53337D1-CF5A-F8EE-E85F-AC4AACE66B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0213" y="2106128"/>
            <a:ext cx="2538000" cy="1086802"/>
          </a:xfrm>
          <a:solidFill>
            <a:srgbClr val="075055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buNone/>
              <a:defRPr sz="3400" spc="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>
                <a:solidFill>
                  <a:schemeClr val="bg1"/>
                </a:solidFill>
              </a:defRPr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rgbClr val="FF4400"/>
              </a:buClr>
              <a:buFont typeface="Wingdings" panose="05000000000000000000" pitchFamily="2" charset="2"/>
              <a:buChar char="§"/>
              <a:defRPr spc="0">
                <a:solidFill>
                  <a:schemeClr val="bg1"/>
                </a:solidFill>
              </a:defRPr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EA8774E-4846-7261-02D7-420CA9335B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19307" y="2106128"/>
            <a:ext cx="2538000" cy="1086802"/>
          </a:xfrm>
          <a:solidFill>
            <a:srgbClr val="075055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buNone/>
              <a:defRPr sz="3400" spc="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>
                <a:solidFill>
                  <a:schemeClr val="bg1"/>
                </a:solidFill>
              </a:defRPr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rgbClr val="FF4400"/>
              </a:buClr>
              <a:buFont typeface="Wingdings" panose="05000000000000000000" pitchFamily="2" charset="2"/>
              <a:buChar char="§"/>
              <a:defRPr spc="0">
                <a:solidFill>
                  <a:schemeClr val="bg1"/>
                </a:solidFill>
              </a:defRPr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D4C17DF5-EBC5-71B6-2908-FADCCAB9F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98401" y="2106128"/>
            <a:ext cx="2538000" cy="1086802"/>
          </a:xfrm>
          <a:solidFill>
            <a:srgbClr val="075055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buNone/>
              <a:defRPr sz="3400" spc="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>
                <a:solidFill>
                  <a:schemeClr val="bg1"/>
                </a:solidFill>
              </a:defRPr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rgbClr val="FF4400"/>
              </a:buClr>
              <a:buFont typeface="Wingdings" panose="05000000000000000000" pitchFamily="2" charset="2"/>
              <a:buChar char="§"/>
              <a:defRPr spc="0">
                <a:solidFill>
                  <a:schemeClr val="bg1"/>
                </a:solidFill>
              </a:defRPr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EA0BF9C-B8A5-CFE8-4456-2752516A96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5589" y="3429000"/>
            <a:ext cx="3711600" cy="403225"/>
          </a:xfrm>
          <a:solidFill>
            <a:srgbClr val="1E1E25"/>
          </a:solidFill>
          <a:ln>
            <a:noFill/>
          </a:ln>
        </p:spPr>
        <p:txBody>
          <a:bodyPr anchor="ctr" anchorCtr="1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4D6D8015-16F1-35AE-D47C-D29029FCB9F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33874" y="3429000"/>
            <a:ext cx="3711600" cy="403225"/>
          </a:xfrm>
          <a:solidFill>
            <a:srgbClr val="1E1E25"/>
          </a:solidFill>
          <a:ln>
            <a:noFill/>
          </a:ln>
        </p:spPr>
        <p:txBody>
          <a:bodyPr anchor="ctr" anchorCtr="1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0CAF0EE6-4FF6-4D71-3BFD-8ABAA1E17D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16112" y="3429000"/>
            <a:ext cx="3711600" cy="403225"/>
          </a:xfrm>
          <a:solidFill>
            <a:srgbClr val="1E1E25"/>
          </a:solidFill>
          <a:ln>
            <a:noFill/>
          </a:ln>
        </p:spPr>
        <p:txBody>
          <a:bodyPr anchor="ctr" anchorCtr="1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FD6FEFFC-F8C6-3133-9423-FEF250E7450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55588" y="3832224"/>
            <a:ext cx="3713162" cy="1687169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Picture Placeholder 35">
            <a:extLst>
              <a:ext uri="{FF2B5EF4-FFF2-40B4-BE49-F238E27FC236}">
                <a16:creationId xmlns:a16="http://schemas.microsoft.com/office/drawing/2014/main" id="{010F7406-DA75-B0B7-F2DC-C191211DF59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33874" y="3832224"/>
            <a:ext cx="3711600" cy="1687169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Picture Placeholder 35">
            <a:extLst>
              <a:ext uri="{FF2B5EF4-FFF2-40B4-BE49-F238E27FC236}">
                <a16:creationId xmlns:a16="http://schemas.microsoft.com/office/drawing/2014/main" id="{AE14B0AE-3A10-CE8E-EB15-4B199E105DF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215311" y="3832224"/>
            <a:ext cx="3711600" cy="1687169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80237431-F1DF-62DE-6E33-E8CB21427F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6388" y="368451"/>
            <a:ext cx="306000" cy="306000"/>
          </a:xfrm>
          <a:solidFill>
            <a:srgbClr val="FF4400"/>
          </a:solidFill>
          <a:ln>
            <a:noFill/>
          </a:ln>
        </p:spPr>
        <p:txBody>
          <a:bodyPr anchor="ctr" anchorCtr="0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12051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C006C830-D681-4440-BBC2-BD50A41EAE8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40800" y="2106000"/>
            <a:ext cx="2538000" cy="1086802"/>
          </a:xfrm>
          <a:solidFill>
            <a:srgbClr val="06464B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spcAft>
                <a:spcPts val="600"/>
              </a:spcAft>
              <a:buNone/>
              <a:defRPr sz="1600" cap="all" spc="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>
                <a:solidFill>
                  <a:schemeClr val="bg1"/>
                </a:solidFill>
              </a:defRPr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pc="0">
                <a:solidFill>
                  <a:schemeClr val="bg1"/>
                </a:solidFill>
              </a:defRPr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A627423-3AA6-D23E-1959-CBB6366D12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818400" y="2106000"/>
            <a:ext cx="2538000" cy="1086802"/>
          </a:xfrm>
          <a:solidFill>
            <a:srgbClr val="2C6A6E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spcAft>
                <a:spcPts val="600"/>
              </a:spcAft>
              <a:buNone/>
              <a:defRPr sz="1600" cap="all" spc="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>
                <a:solidFill>
                  <a:schemeClr val="bg1"/>
                </a:solidFill>
              </a:defRPr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pc="0">
                <a:solidFill>
                  <a:schemeClr val="bg1"/>
                </a:solidFill>
              </a:defRPr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47FA5ABE-C34E-8F2E-DCD7-E9583CEECBF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99600" y="2106000"/>
            <a:ext cx="2538000" cy="1086802"/>
          </a:xfrm>
          <a:solidFill>
            <a:srgbClr val="9CB9BB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spcAft>
                <a:spcPts val="600"/>
              </a:spcAft>
              <a:buNone/>
              <a:defRPr sz="1600" cap="all" spc="0" baseline="0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>
                <a:solidFill>
                  <a:schemeClr val="tx2"/>
                </a:solidFill>
              </a:defRPr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pc="0">
                <a:solidFill>
                  <a:schemeClr val="tx2"/>
                </a:solidFill>
              </a:defRPr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04D07E-9516-5559-3B51-2EEC556F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151" y="303306"/>
            <a:ext cx="11164461" cy="540393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731DB-AC8F-185B-D8C2-6F7A0CC63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00" y="954065"/>
            <a:ext cx="3711600" cy="2229439"/>
          </a:xfrm>
        </p:spPr>
        <p:txBody>
          <a:bodyPr/>
          <a:lstStyle>
            <a:lvl1pPr marL="169863" indent="-169863">
              <a:spcBef>
                <a:spcPts val="1000"/>
              </a:spcBef>
              <a:defRPr sz="1600">
                <a:latin typeface="+mj-lt"/>
              </a:defRPr>
            </a:lvl1pPr>
            <a:lvl2pPr marL="385763" indent="-201613">
              <a:spcBef>
                <a:spcPts val="1000"/>
              </a:spcBef>
              <a:defRPr sz="1600">
                <a:latin typeface="+mj-lt"/>
              </a:defRPr>
            </a:lvl2pPr>
            <a:lvl3pPr marL="546100" indent="-160338">
              <a:spcBef>
                <a:spcPts val="1000"/>
              </a:spcBef>
              <a:defRPr sz="1600">
                <a:latin typeface="+mj-lt"/>
              </a:defRPr>
            </a:lvl3pPr>
            <a:lvl4pPr marL="763588" indent="-236538">
              <a:spcBef>
                <a:spcPts val="1000"/>
              </a:spcBef>
              <a:buClr>
                <a:srgbClr val="FF4400"/>
              </a:buClr>
              <a:defRPr sz="1600">
                <a:latin typeface="+mj-lt"/>
              </a:defRPr>
            </a:lvl4pPr>
            <a:lvl5pPr marL="938213" indent="-165100">
              <a:spcBef>
                <a:spcPts val="1000"/>
              </a:spcBef>
              <a:tabLst/>
              <a:defRPr sz="1600">
                <a:latin typeface="+mj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6382E-6A08-04E4-1C57-4AF0FCAF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22BA8E-66BE-CC14-2A72-6E9D7E47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/>
              <a:t>Confidential—Not for public consumption or distribution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28D649-57EF-71E6-5B06-15835969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8684FF3-6ADA-BD13-ED4B-CC442E3394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40800" y="982800"/>
            <a:ext cx="2538000" cy="1086802"/>
          </a:xfrm>
          <a:solidFill>
            <a:srgbClr val="FF4400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spcAft>
                <a:spcPts val="600"/>
              </a:spcAft>
              <a:buNone/>
              <a:defRPr sz="1600" cap="all" spc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/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rgbClr val="1E1E25"/>
              </a:buClr>
              <a:buFont typeface="Wingdings" panose="05000000000000000000" pitchFamily="2" charset="2"/>
              <a:buChar char="§"/>
              <a:defRPr spc="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88A0EE0-841A-3FBC-55D7-4989421D8E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18400" y="982800"/>
            <a:ext cx="2538000" cy="1086802"/>
          </a:xfrm>
          <a:solidFill>
            <a:srgbClr val="FF8F66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spcAft>
                <a:spcPts val="600"/>
              </a:spcAft>
              <a:buNone/>
              <a:defRPr sz="1600" cap="all" spc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/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rgbClr val="1E1E25"/>
              </a:buClr>
              <a:buFont typeface="Wingdings" panose="05000000000000000000" pitchFamily="2" charset="2"/>
              <a:buChar char="§"/>
              <a:defRPr spc="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31769C2B-94CE-82DF-192E-676BCE6B65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99600" y="982800"/>
            <a:ext cx="2538000" cy="1086802"/>
          </a:xfrm>
          <a:solidFill>
            <a:srgbClr val="FFB499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spcAft>
                <a:spcPts val="600"/>
              </a:spcAft>
              <a:buNone/>
              <a:defRPr sz="1600" cap="all" spc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/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rgbClr val="1E1E25"/>
              </a:buClr>
              <a:buFont typeface="Wingdings" panose="05000000000000000000" pitchFamily="2" charset="2"/>
              <a:buChar char="§"/>
              <a:defRPr spc="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80237431-F1DF-62DE-6E33-E8CB21427F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6388" y="368451"/>
            <a:ext cx="306000" cy="306000"/>
          </a:xfrm>
          <a:solidFill>
            <a:srgbClr val="FF4400"/>
          </a:solidFill>
          <a:ln>
            <a:noFill/>
          </a:ln>
        </p:spPr>
        <p:txBody>
          <a:bodyPr anchor="ctr" anchorCtr="0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E1F15A-E7B1-CF2C-01C7-A11A5D314BA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55600" y="3429000"/>
            <a:ext cx="3711600" cy="2335213"/>
          </a:xfrm>
          <a:solidFill>
            <a:srgbClr val="EAEBEB"/>
          </a:solidFill>
          <a:ln>
            <a:noFill/>
          </a:ln>
        </p:spPr>
        <p:txBody>
          <a:bodyPr lIns="180000" tIns="180000" rIns="180000" bIns="18000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CD6544A8-8349-78EC-7271-140384ED9F19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233600" y="3429000"/>
            <a:ext cx="3711600" cy="2335213"/>
          </a:xfrm>
          <a:solidFill>
            <a:srgbClr val="EAEBEB"/>
          </a:solidFill>
          <a:ln>
            <a:noFill/>
          </a:ln>
        </p:spPr>
        <p:txBody>
          <a:bodyPr lIns="180000" tIns="180000" rIns="180000" bIns="18000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5F99A3E5-3699-D23E-B703-148FFC0B9A1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211600" y="3429000"/>
            <a:ext cx="3711600" cy="2335213"/>
          </a:xfrm>
          <a:solidFill>
            <a:srgbClr val="EAEBEB"/>
          </a:solidFill>
          <a:ln>
            <a:noFill/>
          </a:ln>
        </p:spPr>
        <p:txBody>
          <a:bodyPr lIns="180000" tIns="180000" rIns="180000" bIns="18000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4B67553-1D93-E1A9-4798-0E8E09E5AD1F}"/>
              </a:ext>
            </a:extLst>
          </p:cNvPr>
          <p:cNvCxnSpPr/>
          <p:nvPr userDrawn="1"/>
        </p:nvCxnSpPr>
        <p:spPr>
          <a:xfrm>
            <a:off x="255600" y="6037868"/>
            <a:ext cx="11682000" cy="0"/>
          </a:xfrm>
          <a:prstGeom prst="line">
            <a:avLst/>
          </a:prstGeom>
          <a:ln w="6350">
            <a:solidFill>
              <a:srgbClr val="1E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75320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and Content 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6373" y="966249"/>
            <a:ext cx="3384222" cy="4878368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buNone/>
              <a:defRPr sz="1100" b="1">
                <a:solidFill>
                  <a:schemeClr val="bg1"/>
                </a:solidFill>
              </a:defRPr>
            </a:lvl1pPr>
            <a:lvl2pPr marL="0" indent="0">
              <a:lnSpc>
                <a:spcPct val="85000"/>
              </a:lnSpc>
              <a:buNone/>
              <a:defRPr sz="360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9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69200" indent="-1692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j-lt"/>
              </a:defRPr>
            </a:lvl4pPr>
            <a:lvl5pPr marL="392400" indent="-205200">
              <a:buFont typeface="Aptos Light" panose="020B0004020202020204" pitchFamily="34" charset="0"/>
              <a:buChar char="–"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09DBCA-7293-1BA8-738F-0425D34AAA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968750" cy="6226175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17185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Highl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600" y="1576797"/>
            <a:ext cx="3711600" cy="4649377"/>
          </a:xfrm>
          <a:solidFill>
            <a:srgbClr val="EAEBEB"/>
          </a:solidFill>
        </p:spPr>
        <p:txBody>
          <a:bodyPr lIns="144000" tIns="108000" rIns="108000" bIns="10800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D4F390D-63BA-BBCF-4380-AD1AE2E01D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5600" y="985838"/>
            <a:ext cx="3711600" cy="403225"/>
          </a:xfrm>
          <a:solidFill>
            <a:schemeClr val="tx2"/>
          </a:solidFill>
          <a:ln>
            <a:noFill/>
          </a:ln>
        </p:spPr>
        <p:txBody>
          <a:bodyPr lIns="144000" anchor="ctr" anchorCtr="0"/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53D5C91-5727-5C0A-F24C-91ABA9983EBA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4233600" y="1576797"/>
            <a:ext cx="3711600" cy="4649377"/>
          </a:xfrm>
          <a:solidFill>
            <a:srgbClr val="EAEBEB"/>
          </a:solidFill>
        </p:spPr>
        <p:txBody>
          <a:bodyPr lIns="144000" tIns="108000" rIns="108000" bIns="10800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E6896385-94EB-3C14-9B06-F4D5981889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33600" y="985838"/>
            <a:ext cx="3711600" cy="403225"/>
          </a:xfrm>
          <a:solidFill>
            <a:schemeClr val="tx2"/>
          </a:solidFill>
          <a:ln>
            <a:noFill/>
          </a:ln>
        </p:spPr>
        <p:txBody>
          <a:bodyPr lIns="144000" anchor="ctr" anchorCtr="0"/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065FFE1-4BE3-6C6A-CE83-99DA9462A416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8211600" y="1576797"/>
            <a:ext cx="3711600" cy="4649377"/>
          </a:xfrm>
          <a:solidFill>
            <a:srgbClr val="EAEBEB"/>
          </a:solidFill>
        </p:spPr>
        <p:txBody>
          <a:bodyPr lIns="144000" tIns="108000" rIns="108000" bIns="10800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573723C8-CDAD-3AFB-B916-D37BAE8C22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11600" y="985838"/>
            <a:ext cx="3711600" cy="403225"/>
          </a:xfrm>
          <a:solidFill>
            <a:schemeClr val="tx2"/>
          </a:solidFill>
          <a:ln>
            <a:noFill/>
          </a:ln>
        </p:spPr>
        <p:txBody>
          <a:bodyPr lIns="144000" anchor="ctr" anchorCtr="0"/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13990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Highlight Content +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8F6F7B9C-E8C4-44ED-591E-BA8991AD0FB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55600" y="3285066"/>
            <a:ext cx="3711600" cy="2309741"/>
          </a:xfrm>
          <a:noFill/>
          <a:ln>
            <a:noFill/>
          </a:ln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/>
            </a:lvl1pPr>
            <a:lvl2pPr>
              <a:lnSpc>
                <a:spcPct val="100000"/>
              </a:lnSpc>
              <a:spcBef>
                <a:spcPts val="0"/>
              </a:spcBef>
              <a:defRPr sz="1100"/>
            </a:lvl2pPr>
            <a:lvl3pPr>
              <a:lnSpc>
                <a:spcPct val="100000"/>
              </a:lnSpc>
              <a:spcBef>
                <a:spcPts val="0"/>
              </a:spcBef>
              <a:defRPr sz="1100"/>
            </a:lvl3pPr>
            <a:lvl4pPr>
              <a:lnSpc>
                <a:spcPct val="100000"/>
              </a:lnSpc>
              <a:spcBef>
                <a:spcPts val="0"/>
              </a:spcBef>
              <a:defRPr sz="1100"/>
            </a:lvl4pPr>
            <a:lvl5pPr>
              <a:lnSpc>
                <a:spcPct val="100000"/>
              </a:lnSpc>
              <a:spcBef>
                <a:spcPts val="0"/>
              </a:spcBef>
              <a:defRPr sz="11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ADC32DD3-D8E7-D4E3-2EA4-E4D785CC9526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233600" y="3285066"/>
            <a:ext cx="3711600" cy="2309741"/>
          </a:xfrm>
          <a:noFill/>
          <a:ln>
            <a:noFill/>
          </a:ln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/>
            </a:lvl1pPr>
            <a:lvl2pPr>
              <a:lnSpc>
                <a:spcPct val="100000"/>
              </a:lnSpc>
              <a:spcBef>
                <a:spcPts val="0"/>
              </a:spcBef>
              <a:defRPr sz="1100"/>
            </a:lvl2pPr>
            <a:lvl3pPr>
              <a:lnSpc>
                <a:spcPct val="100000"/>
              </a:lnSpc>
              <a:spcBef>
                <a:spcPts val="0"/>
              </a:spcBef>
              <a:defRPr sz="1100"/>
            </a:lvl3pPr>
            <a:lvl4pPr>
              <a:lnSpc>
                <a:spcPct val="100000"/>
              </a:lnSpc>
              <a:spcBef>
                <a:spcPts val="0"/>
              </a:spcBef>
              <a:defRPr sz="1100"/>
            </a:lvl4pPr>
            <a:lvl5pPr>
              <a:lnSpc>
                <a:spcPct val="100000"/>
              </a:lnSpc>
              <a:spcBef>
                <a:spcPts val="0"/>
              </a:spcBef>
              <a:defRPr sz="11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2776EA7B-368C-6EE9-E749-1D4B061E4C2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211600" y="3285066"/>
            <a:ext cx="3711600" cy="2309741"/>
          </a:xfrm>
          <a:noFill/>
          <a:ln>
            <a:noFill/>
          </a:ln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/>
            </a:lvl1pPr>
            <a:lvl2pPr>
              <a:lnSpc>
                <a:spcPct val="100000"/>
              </a:lnSpc>
              <a:spcBef>
                <a:spcPts val="0"/>
              </a:spcBef>
              <a:defRPr sz="1100"/>
            </a:lvl2pPr>
            <a:lvl3pPr>
              <a:lnSpc>
                <a:spcPct val="100000"/>
              </a:lnSpc>
              <a:spcBef>
                <a:spcPts val="0"/>
              </a:spcBef>
              <a:defRPr sz="1100"/>
            </a:lvl3pPr>
            <a:lvl4pPr>
              <a:lnSpc>
                <a:spcPct val="100000"/>
              </a:lnSpc>
              <a:spcBef>
                <a:spcPts val="0"/>
              </a:spcBef>
              <a:defRPr sz="1100"/>
            </a:lvl4pPr>
            <a:lvl5pPr>
              <a:lnSpc>
                <a:spcPct val="100000"/>
              </a:lnSpc>
              <a:spcBef>
                <a:spcPts val="0"/>
              </a:spcBef>
              <a:defRPr sz="11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Picture Placeholder 35">
            <a:extLst>
              <a:ext uri="{FF2B5EF4-FFF2-40B4-BE49-F238E27FC236}">
                <a16:creationId xmlns:a16="http://schemas.microsoft.com/office/drawing/2014/main" id="{86230C29-C43F-D7A8-7028-6B501F906EB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55600" y="1508517"/>
            <a:ext cx="3711600" cy="1536341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icture Placeholder 35">
            <a:extLst>
              <a:ext uri="{FF2B5EF4-FFF2-40B4-BE49-F238E27FC236}">
                <a16:creationId xmlns:a16="http://schemas.microsoft.com/office/drawing/2014/main" id="{BAB3D30A-569A-40D0-1E88-13FEE8806BE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33600" y="1508517"/>
            <a:ext cx="3711600" cy="1536341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icture Placeholder 35">
            <a:extLst>
              <a:ext uri="{FF2B5EF4-FFF2-40B4-BE49-F238E27FC236}">
                <a16:creationId xmlns:a16="http://schemas.microsoft.com/office/drawing/2014/main" id="{25DD1EEC-CB6F-D4D5-8EAA-6D75E3210AF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211600" y="1508517"/>
            <a:ext cx="3711600" cy="1536341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3858D0D-4FBE-0C14-9110-656C003B7E4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5600" y="1022985"/>
            <a:ext cx="2700000" cy="245428"/>
          </a:xfrm>
        </p:spPr>
        <p:txBody>
          <a:bodyPr/>
          <a:lstStyle>
            <a:lvl1pPr>
              <a:buNone/>
              <a:defRPr sz="11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92282E79-F663-9F8C-CDCB-7CC49C95BA5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33600" y="1022985"/>
            <a:ext cx="2700000" cy="245428"/>
          </a:xfrm>
        </p:spPr>
        <p:txBody>
          <a:bodyPr/>
          <a:lstStyle>
            <a:lvl1pPr>
              <a:buNone/>
              <a:defRPr sz="11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17C09A17-9B6C-FB71-D557-87624C4D124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211600" y="1022985"/>
            <a:ext cx="2700000" cy="245428"/>
          </a:xfrm>
        </p:spPr>
        <p:txBody>
          <a:bodyPr/>
          <a:lstStyle>
            <a:lvl1pPr>
              <a:buNone/>
              <a:defRPr sz="11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171793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600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D4F390D-63BA-BBCF-4380-AD1AE2E01D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5600" y="985838"/>
            <a:ext cx="3711600" cy="1139904"/>
          </a:xfrm>
          <a:solidFill>
            <a:srgbClr val="EAEBEB">
              <a:alpha val="25098"/>
            </a:srgbClr>
          </a:solidFill>
          <a:ln>
            <a:noFill/>
          </a:ln>
        </p:spPr>
        <p:txBody>
          <a:bodyPr lIns="144000" tIns="108000" anchor="t" anchorCtr="0"/>
          <a:lstStyle>
            <a:lvl1pPr algn="l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53D5C91-5727-5C0A-F24C-91ABA9983EBA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4239315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  <a:lvl3pPr>
              <a:buNone/>
              <a:defRPr/>
            </a:lvl3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E6896385-94EB-3C14-9B06-F4D5981889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39315" y="985838"/>
            <a:ext cx="3711600" cy="1139904"/>
          </a:xfrm>
          <a:solidFill>
            <a:srgbClr val="EAEBEB">
              <a:alpha val="25098"/>
            </a:srgbClr>
          </a:solidFill>
          <a:ln>
            <a:noFill/>
          </a:ln>
        </p:spPr>
        <p:txBody>
          <a:bodyPr lIns="144000" tIns="108000" anchor="t" anchorCtr="0"/>
          <a:lstStyle>
            <a:lvl1pPr algn="l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065FFE1-4BE3-6C6A-CE83-99DA9462A416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8224935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573723C8-CDAD-3AFB-B916-D37BAE8C22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24935" y="985838"/>
            <a:ext cx="3711600" cy="1139904"/>
          </a:xfrm>
          <a:solidFill>
            <a:srgbClr val="EAEBEB">
              <a:alpha val="25098"/>
            </a:srgbClr>
          </a:solidFill>
          <a:ln>
            <a:noFill/>
          </a:ln>
        </p:spPr>
        <p:txBody>
          <a:bodyPr lIns="144000" tIns="108000" anchor="t" anchorCtr="0"/>
          <a:lstStyle>
            <a:lvl1pPr algn="l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EBA57D-99A3-BA5B-5B8B-F5E4B74E7A0F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2253600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7AEC3C6-BFD7-BE23-B598-714477AC3B72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6234990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  <a:lvl3pPr>
              <a:buNone/>
              <a:defRPr/>
            </a:lvl3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CA9E40-1345-1A69-1A80-7645EF242551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10213022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0" name="Picture Placeholder 35">
            <a:extLst>
              <a:ext uri="{FF2B5EF4-FFF2-40B4-BE49-F238E27FC236}">
                <a16:creationId xmlns:a16="http://schemas.microsoft.com/office/drawing/2014/main" id="{65B9F7E5-D43F-F3E0-4D6F-901434FED44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55600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icture Placeholder 35">
            <a:extLst>
              <a:ext uri="{FF2B5EF4-FFF2-40B4-BE49-F238E27FC236}">
                <a16:creationId xmlns:a16="http://schemas.microsoft.com/office/drawing/2014/main" id="{8227C06A-052E-84E0-AA0A-1A81936454C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54568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icture Placeholder 35">
            <a:extLst>
              <a:ext uri="{FF2B5EF4-FFF2-40B4-BE49-F238E27FC236}">
                <a16:creationId xmlns:a16="http://schemas.microsoft.com/office/drawing/2014/main" id="{26632BAD-8F2A-DE3B-D1C3-8CB44007B25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39315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icture Placeholder 35">
            <a:extLst>
              <a:ext uri="{FF2B5EF4-FFF2-40B4-BE49-F238E27FC236}">
                <a16:creationId xmlns:a16="http://schemas.microsoft.com/office/drawing/2014/main" id="{72C42E9A-9A22-2557-C872-6572BFFCDC7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34140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icture Placeholder 35">
            <a:extLst>
              <a:ext uri="{FF2B5EF4-FFF2-40B4-BE49-F238E27FC236}">
                <a16:creationId xmlns:a16="http://schemas.microsoft.com/office/drawing/2014/main" id="{608435D0-F986-51EA-2D18-BC5E2A99AE1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224935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icture Placeholder 35">
            <a:extLst>
              <a:ext uri="{FF2B5EF4-FFF2-40B4-BE49-F238E27FC236}">
                <a16:creationId xmlns:a16="http://schemas.microsoft.com/office/drawing/2014/main" id="{CB858EC1-54F5-EC67-FAFE-EE130ECB9F3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213023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679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B3F8-76E9-7E2E-FFD8-74A842E95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D252F9-58B6-D01C-16AF-3BC5C536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5573C-E91A-4E56-849C-C9CE87632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CD30B-7174-8B07-8508-97DB54595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475501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C9DA4-57A0-A5FE-33C7-3C7473D76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7990E4-E5E7-9349-50C3-4FB5621D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31AF3-1222-40D7-2564-90DA7D72A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187110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D07E-9516-5559-3B51-2EEC556F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00" y="334799"/>
            <a:ext cx="7627938" cy="576000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731DB-AC8F-185B-D8C2-6F7A0CC63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588" y="1578191"/>
            <a:ext cx="5703887" cy="4661326"/>
          </a:xfrm>
        </p:spPr>
        <p:txBody>
          <a:bodyPr/>
          <a:lstStyle>
            <a:lvl1pPr marL="169863" indent="-169863">
              <a:lnSpc>
                <a:spcPct val="90000"/>
              </a:lnSpc>
              <a:spcBef>
                <a:spcPts val="1200"/>
              </a:spcBef>
              <a:buClr>
                <a:srgbClr val="FF4400"/>
              </a:buClr>
              <a:defRPr sz="1800">
                <a:latin typeface="+mn-lt"/>
              </a:defRPr>
            </a:lvl1pPr>
            <a:lvl2pPr marL="385763" indent="-201613">
              <a:lnSpc>
                <a:spcPct val="90000"/>
              </a:lnSpc>
              <a:spcBef>
                <a:spcPts val="1200"/>
              </a:spcBef>
              <a:buClr>
                <a:srgbClr val="FF4400"/>
              </a:buClr>
              <a:defRPr sz="1800">
                <a:latin typeface="+mn-lt"/>
              </a:defRPr>
            </a:lvl2pPr>
            <a:lvl3pPr marL="546100" indent="-1603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3pPr>
            <a:lvl4pPr marL="763588" indent="-2365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4pPr>
            <a:lvl5pPr marL="938213" indent="-165100">
              <a:lnSpc>
                <a:spcPct val="90000"/>
              </a:lnSpc>
              <a:spcBef>
                <a:spcPts val="1200"/>
              </a:spcBef>
              <a:tabLst/>
              <a:defRPr sz="1800"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6382E-6A08-04E4-1C57-4AF0FCAF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22BA8E-66BE-CC14-2A72-6E9D7E47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/>
              <a:t>Confidential—Not for public consumption or distribution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28D649-57EF-71E6-5B06-15835969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669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Two Content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D07E-9516-5559-3B51-2EEC556F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00" y="334799"/>
            <a:ext cx="7627938" cy="576000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731DB-AC8F-185B-D8C2-6F7A0CC63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588" y="1578191"/>
            <a:ext cx="4705200" cy="4661326"/>
          </a:xfrm>
        </p:spPr>
        <p:txBody>
          <a:bodyPr/>
          <a:lstStyle>
            <a:lvl1pPr marL="169863" indent="-169863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1pPr>
            <a:lvl2pPr marL="385763" indent="-201613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2pPr>
            <a:lvl3pPr marL="546100" indent="-1603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3pPr>
            <a:lvl4pPr marL="763588" indent="-2365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4pPr>
            <a:lvl5pPr marL="938213" indent="-165100">
              <a:lnSpc>
                <a:spcPct val="90000"/>
              </a:lnSpc>
              <a:spcBef>
                <a:spcPts val="1200"/>
              </a:spcBef>
              <a:tabLst/>
              <a:defRPr sz="1800"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6382E-6A08-04E4-1C57-4AF0FCAF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22BA8E-66BE-CC14-2A72-6E9D7E47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/>
              <a:t>Confidential—Not for public consumption or distribution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28D649-57EF-71E6-5B06-15835969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A006CC-7CCB-708A-C4F5-9EB7FB7328B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40596" y="1578191"/>
            <a:ext cx="4705091" cy="4661326"/>
          </a:xfrm>
        </p:spPr>
        <p:txBody>
          <a:bodyPr/>
          <a:lstStyle>
            <a:lvl1pPr marL="169863" indent="-169863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1pPr>
            <a:lvl2pPr marL="385763" indent="-201613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2pPr>
            <a:lvl3pPr marL="546100" indent="-1603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3pPr>
            <a:lvl4pPr marL="763588" indent="-2365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4pPr>
            <a:lvl5pPr marL="938213" indent="-165100">
              <a:lnSpc>
                <a:spcPct val="90000"/>
              </a:lnSpc>
              <a:spcBef>
                <a:spcPts val="1200"/>
              </a:spcBef>
              <a:tabLst/>
              <a:defRPr sz="1800"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75873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588" y="1576798"/>
            <a:ext cx="4705200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774D18E-FC32-F8D3-4F35-5859A594540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240596" y="1576798"/>
            <a:ext cx="4705091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520194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589" y="1576797"/>
            <a:ext cx="3713161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60EF10-566A-9760-FC48-1675941DB7B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40213" y="1576798"/>
            <a:ext cx="3711600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3948417-E7E8-DAF6-B83B-EC532D47557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23250" y="1576798"/>
            <a:ext cx="3711600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026060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588" y="1576798"/>
            <a:ext cx="2721600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3E57C09-17FF-5B0E-EE80-539830D1DAF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195054" y="1576798"/>
            <a:ext cx="2721600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9AA1395-115C-0AAD-7317-43D650FA988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232268" y="1576798"/>
            <a:ext cx="2721214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87297EE-FFF9-C6CB-4FF1-2389E73E57E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23734" y="1576798"/>
            <a:ext cx="2721214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773922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Highl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599" y="1576797"/>
            <a:ext cx="3711600" cy="4649377"/>
          </a:xfrm>
          <a:solidFill>
            <a:srgbClr val="EAEBEB"/>
          </a:solidFill>
        </p:spPr>
        <p:txBody>
          <a:bodyPr lIns="144000" tIns="108000" rIns="108000" bIns="10800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D4F390D-63BA-BBCF-4380-AD1AE2E01D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5599" y="985838"/>
            <a:ext cx="3711600" cy="403225"/>
          </a:xfrm>
          <a:solidFill>
            <a:srgbClr val="1E1E25"/>
          </a:solidFill>
          <a:ln>
            <a:noFill/>
          </a:ln>
        </p:spPr>
        <p:txBody>
          <a:bodyPr lIns="144000" anchor="ctr" anchorCtr="0"/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53D5C91-5727-5C0A-F24C-91ABA9983EBA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4233600" y="1576797"/>
            <a:ext cx="3711600" cy="4649377"/>
          </a:xfrm>
          <a:solidFill>
            <a:srgbClr val="EAEBEB"/>
          </a:solidFill>
        </p:spPr>
        <p:txBody>
          <a:bodyPr lIns="144000" tIns="108000" rIns="108000" bIns="10800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E6896385-94EB-3C14-9B06-F4D5981889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33600" y="985838"/>
            <a:ext cx="3711600" cy="403225"/>
          </a:xfrm>
          <a:solidFill>
            <a:srgbClr val="1E1E25"/>
          </a:solidFill>
          <a:ln>
            <a:noFill/>
          </a:ln>
        </p:spPr>
        <p:txBody>
          <a:bodyPr lIns="144000" anchor="ctr" anchorCtr="0"/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065FFE1-4BE3-6C6A-CE83-99DA9462A416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8221026" y="1576797"/>
            <a:ext cx="3711600" cy="4649377"/>
          </a:xfrm>
          <a:solidFill>
            <a:srgbClr val="EAEBEB"/>
          </a:solidFill>
        </p:spPr>
        <p:txBody>
          <a:bodyPr lIns="144000" tIns="108000" rIns="108000" bIns="10800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573723C8-CDAD-3AFB-B916-D37BAE8C22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21026" y="985838"/>
            <a:ext cx="3711600" cy="403225"/>
          </a:xfrm>
          <a:solidFill>
            <a:srgbClr val="1E1E25"/>
          </a:solidFill>
          <a:ln>
            <a:noFill/>
          </a:ln>
        </p:spPr>
        <p:txBody>
          <a:bodyPr lIns="144000" anchor="ctr" anchorCtr="0"/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675889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Highlight Content +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8F6F7B9C-E8C4-44ED-591E-BA8991AD0FB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55600" y="3285066"/>
            <a:ext cx="3711600" cy="2309741"/>
          </a:xfrm>
          <a:noFill/>
          <a:ln>
            <a:noFill/>
          </a:ln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/>
            </a:lvl1pPr>
            <a:lvl2pPr>
              <a:lnSpc>
                <a:spcPct val="100000"/>
              </a:lnSpc>
              <a:spcBef>
                <a:spcPts val="0"/>
              </a:spcBef>
              <a:defRPr sz="1100"/>
            </a:lvl2pPr>
            <a:lvl3pPr>
              <a:lnSpc>
                <a:spcPct val="100000"/>
              </a:lnSpc>
              <a:spcBef>
                <a:spcPts val="0"/>
              </a:spcBef>
              <a:defRPr sz="1100"/>
            </a:lvl3pPr>
            <a:lvl4pPr>
              <a:lnSpc>
                <a:spcPct val="100000"/>
              </a:lnSpc>
              <a:spcBef>
                <a:spcPts val="0"/>
              </a:spcBef>
              <a:defRPr sz="1100"/>
            </a:lvl4pPr>
            <a:lvl5pPr>
              <a:lnSpc>
                <a:spcPct val="100000"/>
              </a:lnSpc>
              <a:spcBef>
                <a:spcPts val="0"/>
              </a:spcBef>
              <a:defRPr sz="11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ADC32DD3-D8E7-D4E3-2EA4-E4D785CC9526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233600" y="3285066"/>
            <a:ext cx="3711600" cy="2309741"/>
          </a:xfrm>
          <a:noFill/>
          <a:ln>
            <a:noFill/>
          </a:ln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/>
            </a:lvl1pPr>
            <a:lvl2pPr>
              <a:lnSpc>
                <a:spcPct val="100000"/>
              </a:lnSpc>
              <a:spcBef>
                <a:spcPts val="0"/>
              </a:spcBef>
              <a:defRPr sz="1100"/>
            </a:lvl2pPr>
            <a:lvl3pPr>
              <a:lnSpc>
                <a:spcPct val="100000"/>
              </a:lnSpc>
              <a:spcBef>
                <a:spcPts val="0"/>
              </a:spcBef>
              <a:defRPr sz="1100"/>
            </a:lvl3pPr>
            <a:lvl4pPr>
              <a:lnSpc>
                <a:spcPct val="100000"/>
              </a:lnSpc>
              <a:spcBef>
                <a:spcPts val="0"/>
              </a:spcBef>
              <a:defRPr sz="1100"/>
            </a:lvl4pPr>
            <a:lvl5pPr>
              <a:lnSpc>
                <a:spcPct val="100000"/>
              </a:lnSpc>
              <a:spcBef>
                <a:spcPts val="0"/>
              </a:spcBef>
              <a:defRPr sz="11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2776EA7B-368C-6EE9-E749-1D4B061E4C2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211600" y="3285066"/>
            <a:ext cx="3711600" cy="2309741"/>
          </a:xfrm>
          <a:noFill/>
          <a:ln>
            <a:noFill/>
          </a:ln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/>
            </a:lvl1pPr>
            <a:lvl2pPr>
              <a:lnSpc>
                <a:spcPct val="100000"/>
              </a:lnSpc>
              <a:spcBef>
                <a:spcPts val="0"/>
              </a:spcBef>
              <a:defRPr sz="1100"/>
            </a:lvl2pPr>
            <a:lvl3pPr>
              <a:lnSpc>
                <a:spcPct val="100000"/>
              </a:lnSpc>
              <a:spcBef>
                <a:spcPts val="0"/>
              </a:spcBef>
              <a:defRPr sz="1100"/>
            </a:lvl3pPr>
            <a:lvl4pPr>
              <a:lnSpc>
                <a:spcPct val="100000"/>
              </a:lnSpc>
              <a:spcBef>
                <a:spcPts val="0"/>
              </a:spcBef>
              <a:defRPr sz="1100"/>
            </a:lvl4pPr>
            <a:lvl5pPr>
              <a:lnSpc>
                <a:spcPct val="100000"/>
              </a:lnSpc>
              <a:spcBef>
                <a:spcPts val="0"/>
              </a:spcBef>
              <a:defRPr sz="11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Picture Placeholder 35">
            <a:extLst>
              <a:ext uri="{FF2B5EF4-FFF2-40B4-BE49-F238E27FC236}">
                <a16:creationId xmlns:a16="http://schemas.microsoft.com/office/drawing/2014/main" id="{86230C29-C43F-D7A8-7028-6B501F906EB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55600" y="1508517"/>
            <a:ext cx="3711600" cy="1536341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icture Placeholder 35">
            <a:extLst>
              <a:ext uri="{FF2B5EF4-FFF2-40B4-BE49-F238E27FC236}">
                <a16:creationId xmlns:a16="http://schemas.microsoft.com/office/drawing/2014/main" id="{BAB3D30A-569A-40D0-1E88-13FEE8806BE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33600" y="1508517"/>
            <a:ext cx="3711600" cy="1536341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icture Placeholder 35">
            <a:extLst>
              <a:ext uri="{FF2B5EF4-FFF2-40B4-BE49-F238E27FC236}">
                <a16:creationId xmlns:a16="http://schemas.microsoft.com/office/drawing/2014/main" id="{25DD1EEC-CB6F-D4D5-8EAA-6D75E3210AF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211600" y="1508517"/>
            <a:ext cx="3711600" cy="1536341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3858D0D-4FBE-0C14-9110-656C003B7E4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5600" y="1022985"/>
            <a:ext cx="2700000" cy="245428"/>
          </a:xfrm>
        </p:spPr>
        <p:txBody>
          <a:bodyPr/>
          <a:lstStyle>
            <a:lvl1pPr>
              <a:buNone/>
              <a:defRPr sz="11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92282E79-F663-9F8C-CDCB-7CC49C95BA5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33600" y="1022985"/>
            <a:ext cx="2700000" cy="245428"/>
          </a:xfrm>
        </p:spPr>
        <p:txBody>
          <a:bodyPr/>
          <a:lstStyle>
            <a:lvl1pPr>
              <a:buNone/>
              <a:defRPr sz="11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17C09A17-9B6C-FB71-D557-87624C4D124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211600" y="1022985"/>
            <a:ext cx="2700000" cy="245428"/>
          </a:xfrm>
        </p:spPr>
        <p:txBody>
          <a:bodyPr/>
          <a:lstStyle>
            <a:lvl1pPr>
              <a:buNone/>
              <a:defRPr sz="11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212298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600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D4F390D-63BA-BBCF-4380-AD1AE2E01D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5600" y="985838"/>
            <a:ext cx="3711600" cy="1139904"/>
          </a:xfrm>
          <a:solidFill>
            <a:srgbClr val="EAEBEB">
              <a:alpha val="25098"/>
            </a:srgbClr>
          </a:solidFill>
          <a:ln>
            <a:noFill/>
          </a:ln>
        </p:spPr>
        <p:txBody>
          <a:bodyPr lIns="144000" tIns="108000" anchor="t" anchorCtr="0"/>
          <a:lstStyle>
            <a:lvl1pPr algn="l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53D5C91-5727-5C0A-F24C-91ABA9983EBA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4239315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  <a:lvl3pPr>
              <a:buNone/>
              <a:defRPr/>
            </a:lvl3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E6896385-94EB-3C14-9B06-F4D5981889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39315" y="985838"/>
            <a:ext cx="3711600" cy="1139904"/>
          </a:xfrm>
          <a:solidFill>
            <a:srgbClr val="EAEBEB">
              <a:alpha val="25098"/>
            </a:srgbClr>
          </a:solidFill>
          <a:ln>
            <a:noFill/>
          </a:ln>
        </p:spPr>
        <p:txBody>
          <a:bodyPr lIns="144000" tIns="108000" anchor="t" anchorCtr="0"/>
          <a:lstStyle>
            <a:lvl1pPr algn="l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065FFE1-4BE3-6C6A-CE83-99DA9462A416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8224935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573723C8-CDAD-3AFB-B916-D37BAE8C22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24935" y="985838"/>
            <a:ext cx="3711600" cy="1139904"/>
          </a:xfrm>
          <a:solidFill>
            <a:srgbClr val="EAEBEB">
              <a:alpha val="25098"/>
            </a:srgbClr>
          </a:solidFill>
          <a:ln>
            <a:noFill/>
          </a:ln>
        </p:spPr>
        <p:txBody>
          <a:bodyPr lIns="144000" tIns="108000" anchor="t" anchorCtr="0"/>
          <a:lstStyle>
            <a:lvl1pPr algn="l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EBA57D-99A3-BA5B-5B8B-F5E4B74E7A0F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2253600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7AEC3C6-BFD7-BE23-B598-714477AC3B72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6234990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  <a:lvl3pPr>
              <a:buNone/>
              <a:defRPr/>
            </a:lvl3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CA9E40-1345-1A69-1A80-7645EF242551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10213022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0" name="Picture Placeholder 35">
            <a:extLst>
              <a:ext uri="{FF2B5EF4-FFF2-40B4-BE49-F238E27FC236}">
                <a16:creationId xmlns:a16="http://schemas.microsoft.com/office/drawing/2014/main" id="{65B9F7E5-D43F-F3E0-4D6F-901434FED44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55600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icture Placeholder 35">
            <a:extLst>
              <a:ext uri="{FF2B5EF4-FFF2-40B4-BE49-F238E27FC236}">
                <a16:creationId xmlns:a16="http://schemas.microsoft.com/office/drawing/2014/main" id="{8227C06A-052E-84E0-AA0A-1A81936454C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54568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icture Placeholder 35">
            <a:extLst>
              <a:ext uri="{FF2B5EF4-FFF2-40B4-BE49-F238E27FC236}">
                <a16:creationId xmlns:a16="http://schemas.microsoft.com/office/drawing/2014/main" id="{26632BAD-8F2A-DE3B-D1C3-8CB44007B25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39315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icture Placeholder 35">
            <a:extLst>
              <a:ext uri="{FF2B5EF4-FFF2-40B4-BE49-F238E27FC236}">
                <a16:creationId xmlns:a16="http://schemas.microsoft.com/office/drawing/2014/main" id="{72C42E9A-9A22-2557-C872-6572BFFCDC7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34140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icture Placeholder 35">
            <a:extLst>
              <a:ext uri="{FF2B5EF4-FFF2-40B4-BE49-F238E27FC236}">
                <a16:creationId xmlns:a16="http://schemas.microsoft.com/office/drawing/2014/main" id="{608435D0-F986-51EA-2D18-BC5E2A99AE1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224935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icture Placeholder 35">
            <a:extLst>
              <a:ext uri="{FF2B5EF4-FFF2-40B4-BE49-F238E27FC236}">
                <a16:creationId xmlns:a16="http://schemas.microsoft.com/office/drawing/2014/main" id="{CB858EC1-54F5-EC67-FAFE-EE130ECB9F3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213023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9247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B3F8-76E9-7E2E-FFD8-74A842E95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D252F9-58B6-D01C-16AF-3BC5C536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5573C-E91A-4E56-849C-C9CE87632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CD30B-7174-8B07-8508-97DB54595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1603077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C9DA4-57A0-A5FE-33C7-3C7473D76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7990E4-E5E7-9349-50C3-4FB5621D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31AF3-1222-40D7-2564-90DA7D72A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8007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65624-1D94-AA10-B719-B986182A6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89" y="303306"/>
            <a:ext cx="11680824" cy="54039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42881-8316-884F-C8F2-E59D884FF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573" y="1578191"/>
            <a:ext cx="11680839" cy="46613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C52C3-9C37-A0C3-1009-D40E81A9F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5588" y="6398767"/>
            <a:ext cx="1755464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Honeywell Aerospace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0E88-EA59-0746-1CC0-FA94DCE72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5515" y="6398767"/>
            <a:ext cx="5651482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pPr algn="l"/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446B1-E764-43B3-6AEB-21B4F0C43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80947" y="6398767"/>
            <a:ext cx="1755465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algn="r"/>
            <a:fld id="{1D91709E-047F-4D8B-B540-85704831CCD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65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6" r:id="rId2"/>
    <p:sldLayoutId id="2147483788" r:id="rId3"/>
    <p:sldLayoutId id="2147483783" r:id="rId4"/>
    <p:sldLayoutId id="2147483784" r:id="rId5"/>
    <p:sldLayoutId id="2147483785" r:id="rId6"/>
    <p:sldLayoutId id="2147483669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81" r:id="rId13"/>
    <p:sldLayoutId id="2147483719" r:id="rId14"/>
    <p:sldLayoutId id="2147483718" r:id="rId15"/>
    <p:sldLayoutId id="2147483716" r:id="rId16"/>
    <p:sldLayoutId id="2147483717" r:id="rId17"/>
    <p:sldLayoutId id="2147483720" r:id="rId18"/>
    <p:sldLayoutId id="2147483721" r:id="rId19"/>
    <p:sldLayoutId id="2147483722" r:id="rId20"/>
    <p:sldLayoutId id="2147483729" r:id="rId21"/>
    <p:sldLayoutId id="2147483723" r:id="rId22"/>
    <p:sldLayoutId id="2147483730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31" r:id="rId29"/>
    <p:sldLayoutId id="2147483732" r:id="rId30"/>
    <p:sldLayoutId id="2147483734" r:id="rId31"/>
    <p:sldLayoutId id="2147483733" r:id="rId32"/>
    <p:sldLayoutId id="2147483735" r:id="rId33"/>
    <p:sldLayoutId id="2147483736" r:id="rId34"/>
    <p:sldLayoutId id="2147483738" r:id="rId35"/>
    <p:sldLayoutId id="2147483739" r:id="rId36"/>
    <p:sldLayoutId id="2147483740" r:id="rId37"/>
    <p:sldLayoutId id="2147483789" r:id="rId38"/>
    <p:sldLayoutId id="2147483790" r:id="rId39"/>
    <p:sldLayoutId id="2147483741" r:id="rId40"/>
    <p:sldLayoutId id="2147483744" r:id="rId41"/>
    <p:sldLayoutId id="2147483787" r:id="rId42"/>
    <p:sldLayoutId id="2147483745" r:id="rId43"/>
    <p:sldLayoutId id="2147483746" r:id="rId44"/>
    <p:sldLayoutId id="2147483747" r:id="rId45"/>
    <p:sldLayoutId id="2147483748" r:id="rId46"/>
    <p:sldLayoutId id="2147483749" r:id="rId4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6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26000" indent="-126000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Wingdings" panose="05000000000000000000" pitchFamily="2" charset="2"/>
        <a:buChar char="§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1pPr>
      <a:lvl2pPr marL="288925" indent="-152400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Aptos" panose="020B0004020202020204" pitchFamily="34" charset="0"/>
        <a:buChar char="–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2pPr>
      <a:lvl3pPr marL="412750" indent="-119063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Wingdings" panose="05000000000000000000" pitchFamily="2" charset="2"/>
        <a:buChar char="§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3pPr>
      <a:lvl4pPr marL="546100" indent="-146050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Aptos" panose="020B0004020202020204" pitchFamily="34" charset="0"/>
        <a:buChar char="–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4pPr>
      <a:lvl5pPr marL="679450" indent="-119063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Wingdings" panose="05000000000000000000" pitchFamily="2" charset="2"/>
        <a:buChar char="§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15" orient="horz" pos="235">
          <p15:clr>
            <a:srgbClr val="5ACBF0"/>
          </p15:clr>
        </p15:guide>
        <p15:guide id="16" orient="horz" pos="621">
          <p15:clr>
            <a:srgbClr val="5ACBF0"/>
          </p15:clr>
        </p15:guide>
        <p15:guide id="17" orient="horz" pos="1026" userDrawn="1">
          <p15:clr>
            <a:srgbClr val="5ACBF0"/>
          </p15:clr>
        </p15:guide>
        <p15:guide id="18" orient="horz" pos="4082">
          <p15:clr>
            <a:srgbClr val="5ACBF0"/>
          </p15:clr>
        </p15:guide>
        <p15:guide id="19" pos="161" userDrawn="1">
          <p15:clr>
            <a:srgbClr val="5ACBF0"/>
          </p15:clr>
        </p15:guide>
        <p15:guide id="20" pos="7519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65624-1D94-AA10-B719-B986182A6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88" y="303306"/>
            <a:ext cx="11680823" cy="54039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42881-8316-884F-C8F2-E59D884FF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587" y="1578191"/>
            <a:ext cx="11680823" cy="46613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C52C3-9C37-A0C3-1009-D40E81A9F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5588" y="6398767"/>
            <a:ext cx="1755464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0E88-EA59-0746-1CC0-FA94DCE72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5515" y="6398767"/>
            <a:ext cx="5651482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GB"/>
              <a:t>Confidential—Not for public consumption or distribution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446B1-E764-43B3-6AEB-21B4F0C43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80948" y="6398767"/>
            <a:ext cx="1755464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700">
                <a:solidFill>
                  <a:schemeClr val="tx2"/>
                </a:solidFill>
              </a:defRPr>
            </a:lvl1pPr>
          </a:lstStyle>
          <a:p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2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6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26000" indent="-126000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Wingdings" panose="05000000000000000000" pitchFamily="2" charset="2"/>
        <a:buChar char="§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1pPr>
      <a:lvl2pPr marL="288925" indent="-152400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Aptos" panose="020B0004020202020204" pitchFamily="34" charset="0"/>
        <a:buChar char="–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2pPr>
      <a:lvl3pPr marL="412750" indent="-119063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Wingdings" panose="05000000000000000000" pitchFamily="2" charset="2"/>
        <a:buChar char="§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3pPr>
      <a:lvl4pPr marL="546100" indent="-146050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Aptos" panose="020B0004020202020204" pitchFamily="34" charset="0"/>
        <a:buChar char="–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4pPr>
      <a:lvl5pPr marL="679450" indent="-119063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Wingdings" panose="05000000000000000000" pitchFamily="2" charset="2"/>
        <a:buChar char="§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9" pos="161">
          <p15:clr>
            <a:srgbClr val="5ACBF0"/>
          </p15:clr>
        </p15:guide>
        <p15:guide id="14" pos="7520" userDrawn="1">
          <p15:clr>
            <a:srgbClr val="5ACBF0"/>
          </p15:clr>
        </p15:guide>
        <p15:guide id="15" orient="horz" pos="235">
          <p15:clr>
            <a:srgbClr val="5ACBF0"/>
          </p15:clr>
        </p15:guide>
        <p15:guide id="16" orient="horz" pos="621">
          <p15:clr>
            <a:srgbClr val="5ACBF0"/>
          </p15:clr>
        </p15:guide>
        <p15:guide id="17" orient="horz" pos="1009">
          <p15:clr>
            <a:srgbClr val="5ACBF0"/>
          </p15:clr>
        </p15:guide>
        <p15:guide id="18" orient="horz" pos="4082">
          <p15:clr>
            <a:srgbClr val="5ACBF0"/>
          </p15:clr>
        </p15:guide>
        <p15:guide id="19" orient="horz" pos="3922">
          <p15:clr>
            <a:srgbClr val="5ACBF0"/>
          </p15:clr>
        </p15:guide>
        <p15:guide id="20" pos="1244" userDrawn="1">
          <p15:clr>
            <a:srgbClr val="5ACBF0"/>
          </p15:clr>
        </p15:guide>
        <p15:guide id="21" pos="1415" userDrawn="1">
          <p15:clr>
            <a:srgbClr val="5ACBF0"/>
          </p15:clr>
        </p15:guide>
        <p15:guide id="22" pos="2500" userDrawn="1">
          <p15:clr>
            <a:srgbClr val="5ACBF0"/>
          </p15:clr>
        </p15:guide>
        <p15:guide id="23" pos="2671" userDrawn="1">
          <p15:clr>
            <a:srgbClr val="5ACBF0"/>
          </p15:clr>
        </p15:guide>
        <p15:guide id="24" pos="3754" userDrawn="1">
          <p15:clr>
            <a:srgbClr val="5ACBF0"/>
          </p15:clr>
        </p15:guide>
        <p15:guide id="25" pos="3926" userDrawn="1">
          <p15:clr>
            <a:srgbClr val="5ACBF0"/>
          </p15:clr>
        </p15:guide>
        <p15:guide id="26" pos="5009" userDrawn="1">
          <p15:clr>
            <a:srgbClr val="5ACBF0"/>
          </p15:clr>
        </p15:guide>
        <p15:guide id="27" pos="5180" userDrawn="1">
          <p15:clr>
            <a:srgbClr val="5ACBF0"/>
          </p15:clr>
        </p15:guide>
        <p15:guide id="28" pos="6265" userDrawn="1">
          <p15:clr>
            <a:srgbClr val="5ACBF0"/>
          </p15:clr>
        </p15:guide>
        <p15:guide id="29" pos="6436" userDrawn="1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65624-1D94-AA10-B719-B986182A6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89" y="334800"/>
            <a:ext cx="7696200" cy="5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42881-8316-884F-C8F2-E59D884FF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587" y="1578191"/>
            <a:ext cx="11680823" cy="46613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C52C3-9C37-A0C3-1009-D40E81A9F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5588" y="6398767"/>
            <a:ext cx="1755464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Honeywell Aerospace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0E88-EA59-0746-1CC0-FA94DCE72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5515" y="6398767"/>
            <a:ext cx="5651482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pPr algn="l"/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446B1-E764-43B3-6AEB-21B4F0C43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80948" y="6398767"/>
            <a:ext cx="1755464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algn="r"/>
            <a:fld id="{1D91709E-047F-4D8B-B540-85704831CCD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18191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80" r:id="rId6"/>
    <p:sldLayoutId id="2147483776" r:id="rId7"/>
    <p:sldLayoutId id="2147483777" r:id="rId8"/>
    <p:sldLayoutId id="2147483778" r:id="rId9"/>
    <p:sldLayoutId id="214748377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100" kern="6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26000" indent="-126000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Wingdings" panose="05000000000000000000" pitchFamily="2" charset="2"/>
        <a:buChar char="§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1pPr>
      <a:lvl2pPr marL="288925" indent="-152400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Aptos" panose="020B0004020202020204" pitchFamily="34" charset="0"/>
        <a:buChar char="–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2pPr>
      <a:lvl3pPr marL="412750" indent="-119063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Wingdings" panose="05000000000000000000" pitchFamily="2" charset="2"/>
        <a:buChar char="§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3pPr>
      <a:lvl4pPr marL="546100" indent="-146050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Aptos" panose="020B0004020202020204" pitchFamily="34" charset="0"/>
        <a:buChar char="–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4pPr>
      <a:lvl5pPr marL="679450" indent="-119063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Wingdings" panose="05000000000000000000" pitchFamily="2" charset="2"/>
        <a:buChar char="§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9" pos="161">
          <p15:clr>
            <a:srgbClr val="5ACBF0"/>
          </p15:clr>
        </p15:guide>
        <p15:guide id="14" pos="7520">
          <p15:clr>
            <a:srgbClr val="5ACBF0"/>
          </p15:clr>
        </p15:guide>
        <p15:guide id="15" orient="horz" pos="235">
          <p15:clr>
            <a:srgbClr val="5ACBF0"/>
          </p15:clr>
        </p15:guide>
        <p15:guide id="16" orient="horz" pos="621">
          <p15:clr>
            <a:srgbClr val="5ACBF0"/>
          </p15:clr>
        </p15:guide>
        <p15:guide id="17" orient="horz" pos="1009">
          <p15:clr>
            <a:srgbClr val="5ACBF0"/>
          </p15:clr>
        </p15:guide>
        <p15:guide id="18" orient="horz" pos="4082">
          <p15:clr>
            <a:srgbClr val="5ACBF0"/>
          </p15:clr>
        </p15:guide>
        <p15:guide id="19" orient="horz" pos="3922">
          <p15:clr>
            <a:srgbClr val="5ACBF0"/>
          </p15:clr>
        </p15:guide>
        <p15:guide id="20" pos="1244">
          <p15:clr>
            <a:srgbClr val="5ACBF0"/>
          </p15:clr>
        </p15:guide>
        <p15:guide id="21" pos="1415">
          <p15:clr>
            <a:srgbClr val="5ACBF0"/>
          </p15:clr>
        </p15:guide>
        <p15:guide id="22" pos="2500">
          <p15:clr>
            <a:srgbClr val="5ACBF0"/>
          </p15:clr>
        </p15:guide>
        <p15:guide id="23" pos="2671">
          <p15:clr>
            <a:srgbClr val="5ACBF0"/>
          </p15:clr>
        </p15:guide>
        <p15:guide id="24" pos="3754">
          <p15:clr>
            <a:srgbClr val="5ACBF0"/>
          </p15:clr>
        </p15:guide>
        <p15:guide id="25" pos="3926">
          <p15:clr>
            <a:srgbClr val="5ACBF0"/>
          </p15:clr>
        </p15:guide>
        <p15:guide id="26" pos="5009">
          <p15:clr>
            <a:srgbClr val="5ACBF0"/>
          </p15:clr>
        </p15:guide>
        <p15:guide id="27" pos="5180">
          <p15:clr>
            <a:srgbClr val="5ACBF0"/>
          </p15:clr>
        </p15:guide>
        <p15:guide id="28" pos="6265">
          <p15:clr>
            <a:srgbClr val="5ACBF0"/>
          </p15:clr>
        </p15:guide>
        <p15:guide id="29" pos="643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60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Coverity Findings Analyzer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09586" y="4270685"/>
            <a:ext cx="5586414" cy="1389885"/>
          </a:xfrm>
        </p:spPr>
        <p:txBody>
          <a:bodyPr/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Rakesh Boya</a:t>
            </a:r>
          </a:p>
          <a:p>
            <a:r>
              <a:rPr lang="en-US" dirty="0"/>
              <a:t>Tool Owner &amp; Developer</a:t>
            </a:r>
          </a:p>
          <a:p>
            <a:r>
              <a:rPr lang="en-US" sz="1400" b="0" dirty="0"/>
              <a:t>July 30, 2026</a:t>
            </a:r>
            <a:endParaRPr sz="14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13AF6-AC7A-A01D-0334-EA809ADC3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53F89-C686-0C13-97C5-90553503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BB8C6-C3A9-C289-F947-B428DA444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7FDFC5-9116-FC35-C83D-55229A05FA2C}"/>
              </a:ext>
            </a:extLst>
          </p:cNvPr>
          <p:cNvSpPr txBox="1"/>
          <p:nvPr/>
        </p:nvSpPr>
        <p:spPr>
          <a:xfrm>
            <a:off x="457200" y="186903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2300" b="1" i="0">
                <a:solidFill>
                  <a:srgbClr val="DC202E"/>
                </a:solidFill>
                <a:latin typeface="Aptos"/>
              </a:defRPr>
            </a:lvl1pPr>
          </a:lstStyle>
          <a:p>
            <a:r>
              <a:rPr dirty="0">
                <a:latin typeface="+mn-lt"/>
              </a:rPr>
              <a:t>What is Coverity?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25E1F5-C674-EBF5-6785-93C7F01EB0A1}"/>
              </a:ext>
            </a:extLst>
          </p:cNvPr>
          <p:cNvSpPr txBox="1"/>
          <p:nvPr/>
        </p:nvSpPr>
        <p:spPr>
          <a:xfrm>
            <a:off x="457200" y="592353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2300" b="1" i="0">
                <a:solidFill>
                  <a:srgbClr val="DC202E"/>
                </a:solidFill>
                <a:latin typeface="Aptos"/>
              </a:defRPr>
            </a:lvl1pPr>
          </a:lstStyle>
          <a:p>
            <a:r>
              <a:rPr sz="2000" dirty="0">
                <a:solidFill>
                  <a:schemeClr val="tx1"/>
                </a:solidFill>
                <a:latin typeface="+mn-lt"/>
              </a:rPr>
              <a:t>Static Analysis for C/C++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3436FA-BAD5-BC71-F6BE-2B666871885F}"/>
              </a:ext>
            </a:extLst>
          </p:cNvPr>
          <p:cNvSpPr txBox="1"/>
          <p:nvPr/>
        </p:nvSpPr>
        <p:spPr>
          <a:xfrm>
            <a:off x="457200" y="875367"/>
            <a:ext cx="532311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50000"/>
              </a:lnSpc>
            </a:pPr>
            <a:r>
              <a:rPr lang="en-US" sz="1600" dirty="0"/>
              <a:t>Coverity SAST(Static Application Security Testing) is a static analysis solution used to support DO-178C, MISRA, and CERT compliance by detecting software defects and security weaknesses early in the software development lifecycle.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39DA097F-9A9A-5748-CAF3-69B3EA0DCB60}"/>
              </a:ext>
            </a:extLst>
          </p:cNvPr>
          <p:cNvSpPr/>
          <p:nvPr/>
        </p:nvSpPr>
        <p:spPr>
          <a:xfrm>
            <a:off x="401567" y="2975690"/>
            <a:ext cx="5596461" cy="112076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40423D-D0C4-ED08-7C81-FB111BC23F3A}"/>
              </a:ext>
            </a:extLst>
          </p:cNvPr>
          <p:cNvSpPr txBox="1"/>
          <p:nvPr/>
        </p:nvSpPr>
        <p:spPr>
          <a:xfrm>
            <a:off x="511628" y="3185751"/>
            <a:ext cx="5399315" cy="660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500" i="1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"We run Coverity on every build because catching bugs at compile time is cheaper than fixing them in the field."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9BDCED-663C-B7BA-693F-5EFA87F481A5}"/>
              </a:ext>
            </a:extLst>
          </p:cNvPr>
          <p:cNvSpPr txBox="1"/>
          <p:nvPr/>
        </p:nvSpPr>
        <p:spPr>
          <a:xfrm>
            <a:off x="511628" y="2979373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Why scan the build?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8A27E2-936B-600D-B749-88D0F779622A}"/>
              </a:ext>
            </a:extLst>
          </p:cNvPr>
          <p:cNvSpPr txBox="1"/>
          <p:nvPr/>
        </p:nvSpPr>
        <p:spPr>
          <a:xfrm>
            <a:off x="457200" y="4343082"/>
            <a:ext cx="4419600" cy="1762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</a:pPr>
            <a:r>
              <a:rPr lang="en-US" sz="2000" b="1" dirty="0">
                <a:solidFill>
                  <a:srgbClr val="FF0000"/>
                </a:solidFill>
              </a:rPr>
              <a:t>Why Manual Analysis Is Painful</a:t>
            </a:r>
          </a:p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Source Code Investigation Required </a:t>
            </a:r>
          </a:p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Context Analysis Required </a:t>
            </a:r>
          </a:p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Disposition &amp; Documentation Required </a:t>
            </a:r>
          </a:p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Compliance &amp; Audit Tracking Required</a:t>
            </a:r>
            <a:endParaRPr lang="en-US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65A708-10BB-31E8-44EA-6BD98E9A5445}"/>
              </a:ext>
            </a:extLst>
          </p:cNvPr>
          <p:cNvSpPr txBox="1"/>
          <p:nvPr/>
        </p:nvSpPr>
        <p:spPr>
          <a:xfrm>
            <a:off x="6096000" y="121530"/>
            <a:ext cx="5328784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t">
              <a:lnSpc>
                <a:spcPts val="1500"/>
              </a:lnSpc>
              <a:defRPr sz="2000" b="1"/>
            </a:lvl1pPr>
          </a:lstStyle>
          <a:p>
            <a:pPr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</a:rPr>
              <a:t>Why This Tool?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Automate the Repetitive Tasks, Empower the Engineer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Automated Report</a:t>
            </a:r>
            <a:endParaRPr lang="en-US" sz="1600" b="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Intelligent Source-Code Discovery</a:t>
            </a:r>
            <a:endParaRPr lang="en-US" sz="1600" b="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Automated Finding Classification</a:t>
            </a:r>
            <a:endParaRPr lang="en-US" sz="1600" b="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Engineer-Grade Recommendations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Complete Audit Traceability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DCFE14-46E9-5880-457E-3114811B3F59}"/>
              </a:ext>
            </a:extLst>
          </p:cNvPr>
          <p:cNvSpPr txBox="1"/>
          <p:nvPr/>
        </p:nvSpPr>
        <p:spPr>
          <a:xfrm>
            <a:off x="6157896" y="1998967"/>
            <a:ext cx="57785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/>
              <a:t>Coverity Findings Analyzer Tool </a:t>
            </a:r>
            <a:r>
              <a:rPr lang="en-US" sz="1600" dirty="0"/>
              <a:t>does not replace the engineer — it removes the busywork so the engineer can focus on judgment.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DE322F2-10C6-5ACF-1FE8-B7061E946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734" y="2716310"/>
            <a:ext cx="3934050" cy="40804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6AD9FD-8726-6AAC-073F-25D08D9C4199}"/>
              </a:ext>
            </a:extLst>
          </p:cNvPr>
          <p:cNvSpPr txBox="1"/>
          <p:nvPr/>
        </p:nvSpPr>
        <p:spPr>
          <a:xfrm>
            <a:off x="10628483" y="-23823"/>
            <a:ext cx="171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Rakesh Boya</a:t>
            </a:r>
          </a:p>
        </p:txBody>
      </p:sp>
    </p:spTree>
    <p:extLst>
      <p:ext uri="{BB962C8B-B14F-4D97-AF65-F5344CB8AC3E}">
        <p14:creationId xmlns:p14="http://schemas.microsoft.com/office/powerpoint/2010/main" val="16940325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7EC236-36BC-8FA4-1657-E580DB1D0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801C4-C8FB-3557-4093-B738EA4F4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F7890-02BE-9ECF-0693-9D93FED3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3</a:t>
            </a:fld>
            <a:endParaRPr lang="en-US" noProof="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70D255E-707F-FBB0-3334-CE1D7B04AA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208870"/>
              </p:ext>
            </p:extLst>
          </p:nvPr>
        </p:nvGraphicFramePr>
        <p:xfrm>
          <a:off x="285953" y="627278"/>
          <a:ext cx="9932221" cy="2353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9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4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rPr sz="1400" dirty="0"/>
                        <a:t>Task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rPr sz="1400" dirty="0"/>
                        <a:t>Manual </a:t>
                      </a:r>
                      <a:r>
                        <a:rPr lang="en-US" sz="1400" dirty="0"/>
                        <a:t>Analysis</a:t>
                      </a:r>
                      <a:endParaRPr sz="140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rPr sz="1400" dirty="0"/>
                        <a:t>With </a:t>
                      </a:r>
                      <a:r>
                        <a:rPr lang="en-US" sz="1400" dirty="0"/>
                        <a:t> Tool</a:t>
                      </a:r>
                      <a:endParaRPr sz="140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rPr sz="1400"/>
                        <a:t>Saved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sz="1400" dirty="0"/>
                        <a:t>Parse report + locate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sz="1400" dirty="0"/>
                        <a:t>~2 min / 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sz="1400"/>
                        <a:t>Automated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rPr sz="140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sz="1400" dirty="0"/>
                        <a:t>Read code + understand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sz="1400"/>
                        <a:t>~5–8 min / 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sz="1400" dirty="0"/>
                        <a:t>AST-extracted + summarized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rPr sz="1400"/>
                        <a:t>~90%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sz="1400" dirty="0"/>
                        <a:t>Write disposition + 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sz="1400" dirty="0"/>
                        <a:t>~3–5 min / 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sz="1400"/>
                        <a:t>Auto-generated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rPr sz="1400"/>
                        <a:t>~95%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sz="1400" dirty="0"/>
                        <a:t>Propose 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sz="1400" dirty="0"/>
                        <a:t>~2–4 min / 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sz="1400"/>
                        <a:t>Context-aware 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~90%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7912A23-9A1A-812B-0688-70782A3A243E}"/>
              </a:ext>
            </a:extLst>
          </p:cNvPr>
          <p:cNvSpPr txBox="1"/>
          <p:nvPr/>
        </p:nvSpPr>
        <p:spPr>
          <a:xfrm>
            <a:off x="255588" y="50633"/>
            <a:ext cx="109728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Segoe UI"/>
              </a:defRPr>
            </a:pPr>
            <a:r>
              <a:rPr sz="2300" b="1" dirty="0">
                <a:solidFill>
                  <a:srgbClr val="DC202E"/>
                </a:solidFill>
              </a:rPr>
              <a:t>Pro</a:t>
            </a:r>
            <a:r>
              <a:rPr lang="en-US" sz="2300" b="1" dirty="0">
                <a:solidFill>
                  <a:srgbClr val="DC202E"/>
                </a:solidFill>
              </a:rPr>
              <a:t>jected Saving </a:t>
            </a:r>
            <a:endParaRPr sz="2300" b="1" dirty="0">
              <a:solidFill>
                <a:srgbClr val="DC202E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4EBB63-1900-4F31-2E76-0A188DD876A4}"/>
              </a:ext>
            </a:extLst>
          </p:cNvPr>
          <p:cNvSpPr txBox="1"/>
          <p:nvPr/>
        </p:nvSpPr>
        <p:spPr>
          <a:xfrm>
            <a:off x="2999621" y="3020502"/>
            <a:ext cx="143661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C2626"/>
                </a:solidFill>
                <a:latin typeface="Segoe UI"/>
              </a:defRPr>
            </a:pPr>
            <a:r>
              <a:rPr sz="2000" dirty="0"/>
              <a:t>10–15 min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11B90A-9A23-C7C3-354E-2C13B950A6F0}"/>
              </a:ext>
            </a:extLst>
          </p:cNvPr>
          <p:cNvSpPr txBox="1"/>
          <p:nvPr/>
        </p:nvSpPr>
        <p:spPr>
          <a:xfrm>
            <a:off x="2887296" y="3359391"/>
            <a:ext cx="163783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Segoe UI"/>
              </a:defRPr>
            </a:pPr>
            <a:r>
              <a:rPr sz="1050" dirty="0"/>
              <a:t>Per defect manually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CAB76E-DEE2-2F92-F61D-C162EC4AB30A}"/>
              </a:ext>
            </a:extLst>
          </p:cNvPr>
          <p:cNvSpPr txBox="1"/>
          <p:nvPr/>
        </p:nvSpPr>
        <p:spPr>
          <a:xfrm>
            <a:off x="5610807" y="3006135"/>
            <a:ext cx="114165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6A34A"/>
                </a:solidFill>
                <a:latin typeface="Segoe UI"/>
              </a:defRPr>
            </a:pPr>
            <a:r>
              <a:rPr sz="2000" dirty="0"/>
              <a:t>1–2 min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369D6B-CB2D-1312-E81B-4217221B16ED}"/>
              </a:ext>
            </a:extLst>
          </p:cNvPr>
          <p:cNvSpPr txBox="1"/>
          <p:nvPr/>
        </p:nvSpPr>
        <p:spPr>
          <a:xfrm>
            <a:off x="5431389" y="3345512"/>
            <a:ext cx="15004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Segoe UI"/>
              </a:defRPr>
            </a:pPr>
            <a:r>
              <a:rPr sz="1050" dirty="0"/>
              <a:t>Per defect with tool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05C167-2232-A3C1-A11B-DC9ED1F05C14}"/>
              </a:ext>
            </a:extLst>
          </p:cNvPr>
          <p:cNvSpPr txBox="1"/>
          <p:nvPr/>
        </p:nvSpPr>
        <p:spPr>
          <a:xfrm>
            <a:off x="8112473" y="3017978"/>
            <a:ext cx="88357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97706"/>
                </a:solidFill>
                <a:latin typeface="Segoe UI"/>
              </a:defRPr>
            </a:pPr>
            <a:r>
              <a:rPr sz="2000" dirty="0"/>
              <a:t>~90%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1F868E-2E21-883F-B376-7B43B4AA1829}"/>
              </a:ext>
            </a:extLst>
          </p:cNvPr>
          <p:cNvSpPr txBox="1"/>
          <p:nvPr/>
        </p:nvSpPr>
        <p:spPr>
          <a:xfrm>
            <a:off x="7975482" y="3344823"/>
            <a:ext cx="15004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Segoe UI"/>
              </a:defRPr>
            </a:pPr>
            <a:r>
              <a:rPr sz="1000" dirty="0"/>
              <a:t>Time reduction</a:t>
            </a:r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636681FC-6D49-8E34-E877-A395C8E5D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732760"/>
              </p:ext>
            </p:extLst>
          </p:nvPr>
        </p:nvGraphicFramePr>
        <p:xfrm>
          <a:off x="5431389" y="3885358"/>
          <a:ext cx="6089757" cy="797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0195">
                  <a:extLst>
                    <a:ext uri="{9D8B030D-6E8A-4147-A177-3AD203B41FA5}">
                      <a16:colId xmlns:a16="http://schemas.microsoft.com/office/drawing/2014/main" val="3454675582"/>
                    </a:ext>
                  </a:extLst>
                </a:gridCol>
                <a:gridCol w="1375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4029">
                  <a:extLst>
                    <a:ext uri="{9D8B030D-6E8A-4147-A177-3AD203B41FA5}">
                      <a16:colId xmlns:a16="http://schemas.microsoft.com/office/drawing/2014/main" val="3688760227"/>
                    </a:ext>
                  </a:extLst>
                </a:gridCol>
              </a:tblGrid>
              <a:tr h="35908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400" b="1" kern="1200" dirty="0">
                          <a:solidFill>
                            <a:srgbClr val="64748B"/>
                          </a:solidFill>
                          <a:latin typeface="Segoe UI"/>
                          <a:ea typeface="+mn-ea"/>
                          <a:cs typeface="+mn-cs"/>
                        </a:rPr>
                        <a:t>Reb Label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rPr lang="en-US" sz="1400" dirty="0"/>
                        <a:t>Manual Analysis</a:t>
                      </a:r>
                      <a:endParaRPr sz="140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rPr sz="1400" dirty="0"/>
                        <a:t>With </a:t>
                      </a:r>
                      <a:r>
                        <a:rPr lang="en-US" sz="1400" dirty="0"/>
                        <a:t>Tool</a:t>
                      </a:r>
                      <a:endParaRPr sz="140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rPr lang="en-US" sz="1400" dirty="0"/>
                        <a:t>Saved</a:t>
                      </a:r>
                      <a:endParaRPr sz="140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RL1 (1,000 defects)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1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1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1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3C1FF5FF-A6DE-16A2-522B-42CCE4FE0433}"/>
              </a:ext>
            </a:extLst>
          </p:cNvPr>
          <p:cNvSpPr txBox="1"/>
          <p:nvPr/>
        </p:nvSpPr>
        <p:spPr>
          <a:xfrm>
            <a:off x="7433427" y="4239096"/>
            <a:ext cx="1022844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C2626"/>
                </a:solidFill>
                <a:latin typeface="Segoe UI"/>
              </a:defRPr>
            </a:pPr>
            <a:r>
              <a:rPr lang="en-US" sz="1900" dirty="0"/>
              <a:t>250 </a:t>
            </a:r>
            <a:r>
              <a:rPr lang="en-US" sz="1900" dirty="0" err="1"/>
              <a:t>hrs</a:t>
            </a:r>
            <a:endParaRPr sz="19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5FABF2-F4F0-F8B2-304A-5730F4A6711D}"/>
              </a:ext>
            </a:extLst>
          </p:cNvPr>
          <p:cNvSpPr txBox="1"/>
          <p:nvPr/>
        </p:nvSpPr>
        <p:spPr>
          <a:xfrm>
            <a:off x="8716792" y="4252975"/>
            <a:ext cx="1412511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6A34A"/>
                </a:solidFill>
                <a:latin typeface="Segoe UI"/>
              </a:defRPr>
            </a:pPr>
            <a:r>
              <a:rPr lang="en-US" sz="1900" dirty="0"/>
              <a:t>33 </a:t>
            </a:r>
            <a:r>
              <a:rPr lang="en-US" sz="1900" dirty="0" err="1"/>
              <a:t>hrs</a:t>
            </a:r>
            <a:endParaRPr sz="19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AE77323-18CC-80B8-E8FC-D4E6AC3A8101}"/>
              </a:ext>
            </a:extLst>
          </p:cNvPr>
          <p:cNvSpPr txBox="1"/>
          <p:nvPr/>
        </p:nvSpPr>
        <p:spPr>
          <a:xfrm>
            <a:off x="10051217" y="4225149"/>
            <a:ext cx="162197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97706"/>
                </a:solidFill>
                <a:latin typeface="Segoe UI"/>
              </a:defRPr>
            </a:pPr>
            <a:r>
              <a:rPr lang="en-US" sz="1900" dirty="0"/>
              <a:t>217 </a:t>
            </a:r>
            <a:r>
              <a:rPr lang="en-US" sz="1900" dirty="0" err="1"/>
              <a:t>hrs</a:t>
            </a:r>
            <a:endParaRPr sz="1900" dirty="0"/>
          </a:p>
        </p:txBody>
      </p: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91450920-9D4A-9544-898A-8ABB6EEDE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611237"/>
              </p:ext>
            </p:extLst>
          </p:nvPr>
        </p:nvGraphicFramePr>
        <p:xfrm>
          <a:off x="5461754" y="5157229"/>
          <a:ext cx="6089757" cy="8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0195">
                  <a:extLst>
                    <a:ext uri="{9D8B030D-6E8A-4147-A177-3AD203B41FA5}">
                      <a16:colId xmlns:a16="http://schemas.microsoft.com/office/drawing/2014/main" val="3454675582"/>
                    </a:ext>
                  </a:extLst>
                </a:gridCol>
                <a:gridCol w="1375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4029">
                  <a:extLst>
                    <a:ext uri="{9D8B030D-6E8A-4147-A177-3AD203B41FA5}">
                      <a16:colId xmlns:a16="http://schemas.microsoft.com/office/drawing/2014/main" val="3688760227"/>
                    </a:ext>
                  </a:extLst>
                </a:gridCol>
              </a:tblGrid>
              <a:tr h="35908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400" b="1" kern="1200" dirty="0">
                          <a:solidFill>
                            <a:srgbClr val="64748B"/>
                          </a:solidFill>
                          <a:latin typeface="Segoe UI"/>
                          <a:ea typeface="+mn-ea"/>
                          <a:cs typeface="+mn-cs"/>
                        </a:rPr>
                        <a:t>Program Level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rPr lang="en-US" sz="1400" dirty="0"/>
                        <a:t>Manual Analysis</a:t>
                      </a:r>
                      <a:endParaRPr sz="140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rPr sz="1400" dirty="0"/>
                        <a:t>With </a:t>
                      </a:r>
                      <a:r>
                        <a:rPr lang="en-US" sz="1400" dirty="0"/>
                        <a:t>Tool</a:t>
                      </a:r>
                      <a:endParaRPr sz="140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rPr lang="en-US" sz="1400" dirty="0"/>
                        <a:t>Saved</a:t>
                      </a:r>
                      <a:endParaRPr sz="140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RL1,2,3,4 (4,000 defects)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1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1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1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48223F30-7DD3-1B4D-39F6-6F9A8AD9EE77}"/>
              </a:ext>
            </a:extLst>
          </p:cNvPr>
          <p:cNvSpPr txBox="1"/>
          <p:nvPr/>
        </p:nvSpPr>
        <p:spPr>
          <a:xfrm>
            <a:off x="7279507" y="5552672"/>
            <a:ext cx="147816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C2626"/>
                </a:solidFill>
                <a:latin typeface="Segoe UI"/>
              </a:defRPr>
            </a:pPr>
            <a:r>
              <a:rPr lang="en-US" sz="1900" dirty="0"/>
              <a:t>1000</a:t>
            </a:r>
            <a:r>
              <a:rPr lang="en-US" sz="2000" dirty="0"/>
              <a:t>	</a:t>
            </a:r>
            <a:r>
              <a:rPr lang="en-US" sz="2000" dirty="0" err="1"/>
              <a:t>hrs</a:t>
            </a:r>
            <a:endParaRPr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3C28DF0-1849-0336-9963-7EECE178EAC3}"/>
              </a:ext>
            </a:extLst>
          </p:cNvPr>
          <p:cNvSpPr txBox="1"/>
          <p:nvPr/>
        </p:nvSpPr>
        <p:spPr>
          <a:xfrm>
            <a:off x="8805663" y="5554834"/>
            <a:ext cx="1412511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6A34A"/>
                </a:solidFill>
                <a:latin typeface="Segoe UI"/>
              </a:defRPr>
            </a:pPr>
            <a:r>
              <a:rPr lang="en-US" sz="1900" dirty="0"/>
              <a:t>133 </a:t>
            </a:r>
            <a:r>
              <a:rPr lang="en-US" sz="1900" dirty="0" err="1"/>
              <a:t>hrs</a:t>
            </a:r>
            <a:endParaRPr sz="19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04CDA26-C255-617F-9547-5562B4E87D48}"/>
              </a:ext>
            </a:extLst>
          </p:cNvPr>
          <p:cNvSpPr txBox="1"/>
          <p:nvPr/>
        </p:nvSpPr>
        <p:spPr>
          <a:xfrm>
            <a:off x="10073858" y="5552672"/>
            <a:ext cx="162197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97706"/>
                </a:solidFill>
                <a:latin typeface="Segoe UI"/>
              </a:defRPr>
            </a:pPr>
            <a:r>
              <a:rPr lang="en-US" sz="1900" dirty="0"/>
              <a:t>867 </a:t>
            </a:r>
            <a:r>
              <a:rPr lang="en-US" sz="1900" dirty="0" err="1"/>
              <a:t>hrs</a:t>
            </a:r>
            <a:endParaRPr sz="19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F9B8306-03D4-5763-5E3C-E6FC1E3D49D8}"/>
              </a:ext>
            </a:extLst>
          </p:cNvPr>
          <p:cNvSpPr txBox="1"/>
          <p:nvPr/>
        </p:nvSpPr>
        <p:spPr>
          <a:xfrm>
            <a:off x="255588" y="4023585"/>
            <a:ext cx="4893355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50000"/>
              </a:lnSpc>
              <a:buNone/>
            </a:pPr>
            <a:r>
              <a:rPr lang="en-US" sz="1400" b="0" i="0" dirty="0">
                <a:effectLst/>
              </a:rPr>
              <a:t>For a typical program with 4 Red Label releases and 1,000+ findings per release, Coverity Findings Analyzer can reduce review effort from 667–1,000 hours to 67–133 hours, saving approximately 534–867 engineering hours while improving consistency and traceability.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FABF93-7D9F-2C36-F2AF-7C8468974E89}"/>
              </a:ext>
            </a:extLst>
          </p:cNvPr>
          <p:cNvSpPr txBox="1"/>
          <p:nvPr/>
        </p:nvSpPr>
        <p:spPr>
          <a:xfrm>
            <a:off x="10628483" y="-23823"/>
            <a:ext cx="171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Rakesh Boya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822638-80B3-CBEF-286F-370AC67EC9D1}"/>
              </a:ext>
            </a:extLst>
          </p:cNvPr>
          <p:cNvSpPr txBox="1"/>
          <p:nvPr/>
        </p:nvSpPr>
        <p:spPr>
          <a:xfrm>
            <a:off x="10132230" y="4638420"/>
            <a:ext cx="162197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97706"/>
                </a:solidFill>
                <a:latin typeface="Segoe UI"/>
              </a:defRPr>
            </a:pPr>
            <a:r>
              <a:rPr lang="en-US" sz="1900" dirty="0"/>
              <a:t>$7,595</a:t>
            </a:r>
            <a:endParaRPr sz="1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02CAE8-420C-A648-8F70-4CE865557FF4}"/>
              </a:ext>
            </a:extLst>
          </p:cNvPr>
          <p:cNvSpPr txBox="1"/>
          <p:nvPr/>
        </p:nvSpPr>
        <p:spPr>
          <a:xfrm>
            <a:off x="10051217" y="6095081"/>
            <a:ext cx="162197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97706"/>
                </a:solidFill>
                <a:latin typeface="Segoe UI"/>
              </a:defRPr>
            </a:pPr>
            <a:r>
              <a:rPr lang="en-US" sz="1900" dirty="0"/>
              <a:t>$30,345</a:t>
            </a:r>
            <a:endParaRPr sz="1900" dirty="0"/>
          </a:p>
        </p:txBody>
      </p:sp>
    </p:spTree>
    <p:extLst>
      <p:ext uri="{BB962C8B-B14F-4D97-AF65-F5344CB8AC3E}">
        <p14:creationId xmlns:p14="http://schemas.microsoft.com/office/powerpoint/2010/main" val="1863314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74796CE2-2163-2E37-9721-A5780E64A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079" y="188561"/>
            <a:ext cx="9211805" cy="58949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Coverity Platform vs Coverity Findings Analyzer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 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A78846-8FB5-79DA-3665-E1CAB7CE03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588" y="6398767"/>
            <a:ext cx="1755464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/>
              <a:t>Honeywell Aerospace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0E12C-F1BD-ACBF-16A5-81F7E8833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5515" y="6398767"/>
            <a:ext cx="5651482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/>
              <a:t>Confidential—Not for public consumption or distribution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569F7-142A-F871-C9A9-0FE1A6FA5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0948" y="6398767"/>
            <a:ext cx="1755464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D91709E-047F-4D8B-B540-85704831CCD5}" type="slidenum">
              <a:rPr lang="en-US" noProof="0" smtClean="0"/>
              <a:pPr>
                <a:spcAft>
                  <a:spcPts val="600"/>
                </a:spcAft>
              </a:pPr>
              <a:t>4</a:t>
            </a:fld>
            <a:endParaRPr lang="en-US" noProof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B1B7C33-9411-0D5D-5BEA-B6D84B675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293218"/>
              </p:ext>
            </p:extLst>
          </p:nvPr>
        </p:nvGraphicFramePr>
        <p:xfrm>
          <a:off x="1223917" y="1069348"/>
          <a:ext cx="8693080" cy="5036412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938709">
                  <a:extLst>
                    <a:ext uri="{9D8B030D-6E8A-4147-A177-3AD203B41FA5}">
                      <a16:colId xmlns:a16="http://schemas.microsoft.com/office/drawing/2014/main" val="226810661"/>
                    </a:ext>
                  </a:extLst>
                </a:gridCol>
                <a:gridCol w="2473870">
                  <a:extLst>
                    <a:ext uri="{9D8B030D-6E8A-4147-A177-3AD203B41FA5}">
                      <a16:colId xmlns:a16="http://schemas.microsoft.com/office/drawing/2014/main" val="3669936773"/>
                    </a:ext>
                  </a:extLst>
                </a:gridCol>
                <a:gridCol w="3280501">
                  <a:extLst>
                    <a:ext uri="{9D8B030D-6E8A-4147-A177-3AD203B41FA5}">
                      <a16:colId xmlns:a16="http://schemas.microsoft.com/office/drawing/2014/main" val="1395606531"/>
                    </a:ext>
                  </a:extLst>
                </a:gridCol>
              </a:tblGrid>
              <a:tr h="38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rgbClr val="FF0000"/>
                          </a:solidFill>
                        </a:rPr>
                        <a:t>Activity</a:t>
                      </a:r>
                    </a:p>
                  </a:txBody>
                  <a:tcPr marL="84056" marR="58853" marT="64659" marB="6465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rgbClr val="FF0000"/>
                          </a:solidFill>
                        </a:rPr>
                        <a:t>Coverity Platform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rgbClr val="FF0000"/>
                          </a:solidFill>
                        </a:rPr>
                        <a:t>Coverity Findings Analyzer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608686"/>
                  </a:ext>
                </a:extLst>
              </a:tr>
              <a:tr h="38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Detects software defects</a:t>
                      </a:r>
                    </a:p>
                  </a:txBody>
                  <a:tcPr marL="84056" marR="58853" marT="64659" marB="6465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 Yes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Uses Coverity findings as input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14299"/>
                  </a:ext>
                </a:extLst>
              </a:tr>
              <a:tr h="38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Displays defect details</a:t>
                      </a:r>
                    </a:p>
                  </a:txBody>
                  <a:tcPr marL="84056" marR="58853" marT="64659" marB="6465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 Yes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512057"/>
                  </a:ext>
                </a:extLst>
              </a:tr>
              <a:tr h="38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Source code navigation</a:t>
                      </a:r>
                    </a:p>
                  </a:txBody>
                  <a:tcPr marL="84056" marR="58853" marT="64659" marB="6465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Manual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Automated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237649"/>
                  </a:ext>
                </a:extLst>
              </a:tr>
              <a:tr h="38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Function extraction</a:t>
                      </a:r>
                    </a:p>
                  </a:txBody>
                  <a:tcPr marL="84056" marR="58853" marT="64659" marB="6465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Manual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Automatic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157318"/>
                  </a:ext>
                </a:extLst>
              </a:tr>
              <a:tr h="38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Context gathering</a:t>
                      </a:r>
                    </a:p>
                  </a:txBody>
                  <a:tcPr marL="84056" marR="58853" marT="64659" marB="6465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Manual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Automatic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866682"/>
                  </a:ext>
                </a:extLst>
              </a:tr>
              <a:tr h="374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Caller/Callee identification</a:t>
                      </a:r>
                    </a:p>
                  </a:txBody>
                  <a:tcPr marL="84056" marR="58853" marT="64659" marB="6465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Manual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Automatic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292874"/>
                  </a:ext>
                </a:extLst>
              </a:tr>
              <a:tr h="38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Defect classification</a:t>
                      </a:r>
                    </a:p>
                  </a:txBody>
                  <a:tcPr marL="84056" marR="58853" marT="64659" marB="6465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Engineer driven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Suggested automatically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439043"/>
                  </a:ext>
                </a:extLst>
              </a:tr>
              <a:tr h="38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Review comments</a:t>
                      </a:r>
                    </a:p>
                  </a:txBody>
                  <a:tcPr marL="84056" marR="58853" marT="64659" marB="6465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Manual creation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Auto-generated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546364"/>
                  </a:ext>
                </a:extLst>
              </a:tr>
              <a:tr h="38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Fix recommendations</a:t>
                      </a:r>
                    </a:p>
                  </a:txBody>
                  <a:tcPr marL="84056" marR="58853" marT="64659" marB="6465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Engineer created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Context-based suggestions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399100"/>
                  </a:ext>
                </a:extLst>
              </a:tr>
              <a:tr h="38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Audit records</a:t>
                      </a:r>
                    </a:p>
                  </a:txBody>
                  <a:tcPr marL="84056" marR="58853" marT="64659" marB="6465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Manual effort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Automatically generated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747854"/>
                  </a:ext>
                </a:extLst>
              </a:tr>
              <a:tr h="38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Bulk finding triage</a:t>
                      </a:r>
                    </a:p>
                  </a:txBody>
                  <a:tcPr marL="84056" marR="58853" marT="64659" marB="6465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Time intensive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Streamlined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803030"/>
                  </a:ext>
                </a:extLst>
              </a:tr>
              <a:tr h="38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Review consistency</a:t>
                      </a:r>
                    </a:p>
                  </a:txBody>
                  <a:tcPr marL="84056" marR="58853" marT="64659" marB="6465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Reviewer dependent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Standardized</a:t>
                      </a:r>
                    </a:p>
                  </a:txBody>
                  <a:tcPr marL="84056" marR="58853" marT="64659" marB="646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973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8967714"/>
      </p:ext>
    </p:extLst>
  </p:cSld>
  <p:clrMapOvr>
    <a:masterClrMapping/>
  </p:clrMapOvr>
</p:sld>
</file>

<file path=ppt/theme/theme1.xml><?xml version="1.0" encoding="utf-8"?>
<a:theme xmlns:a="http://schemas.openxmlformats.org/drawingml/2006/main" name="Set 1">
  <a:themeElements>
    <a:clrScheme name="Honeywell Aerospace">
      <a:dk1>
        <a:sysClr val="windowText" lastClr="000000"/>
      </a:dk1>
      <a:lt1>
        <a:sysClr val="window" lastClr="FFFFFF"/>
      </a:lt1>
      <a:dk2>
        <a:srgbClr val="1E1E25"/>
      </a:dk2>
      <a:lt2>
        <a:srgbClr val="EAEBEB"/>
      </a:lt2>
      <a:accent1>
        <a:srgbClr val="FF5200"/>
      </a:accent1>
      <a:accent2>
        <a:srgbClr val="777E80"/>
      </a:accent2>
      <a:accent3>
        <a:srgbClr val="CDCFD0"/>
      </a:accent3>
      <a:accent4>
        <a:srgbClr val="384348"/>
      </a:accent4>
      <a:accent5>
        <a:srgbClr val="D94000"/>
      </a:accent5>
      <a:accent6>
        <a:srgbClr val="3D9295"/>
      </a:accent6>
      <a:hlink>
        <a:srgbClr val="467886"/>
      </a:hlink>
      <a:folHlink>
        <a:srgbClr val="96607D"/>
      </a:folHlink>
    </a:clrScheme>
    <a:fontScheme name="Honeywell Aerospace">
      <a:majorFont>
        <a:latin typeface="Aptos Light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neywell_Aerospace_PowerPoint_Template_062523" id="{F7A98C21-6DA3-4EAA-BE86-CA8B8DA30D86}" vid="{734F6333-DC6B-44B6-9B09-34A0A3D19E6C}"/>
    </a:ext>
  </a:extLst>
</a:theme>
</file>

<file path=ppt/theme/theme2.xml><?xml version="1.0" encoding="utf-8"?>
<a:theme xmlns:a="http://schemas.openxmlformats.org/drawingml/2006/main" name="Set 2">
  <a:themeElements>
    <a:clrScheme name="Honeywell Aerospace">
      <a:dk1>
        <a:srgbClr val="000000"/>
      </a:dk1>
      <a:lt1>
        <a:srgbClr val="FFFFFF"/>
      </a:lt1>
      <a:dk2>
        <a:srgbClr val="1E1E25"/>
      </a:dk2>
      <a:lt2>
        <a:srgbClr val="EAEBEB"/>
      </a:lt2>
      <a:accent1>
        <a:srgbClr val="FF4400"/>
      </a:accent1>
      <a:accent2>
        <a:srgbClr val="A9ADAE"/>
      </a:accent2>
      <a:accent3>
        <a:srgbClr val="D5D7D8"/>
      </a:accent3>
      <a:accent4>
        <a:srgbClr val="384348"/>
      </a:accent4>
      <a:accent5>
        <a:srgbClr val="BC0E0D"/>
      </a:accent5>
      <a:accent6>
        <a:srgbClr val="2C6A6E"/>
      </a:accent6>
      <a:hlink>
        <a:srgbClr val="2C6A6E"/>
      </a:hlink>
      <a:folHlink>
        <a:srgbClr val="96607D"/>
      </a:folHlink>
    </a:clrScheme>
    <a:fontScheme name="Honeywell Aerospace">
      <a:majorFont>
        <a:latin typeface="Aptos Light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neywell_Aerospace_PowerPoint_Template_062523" id="{F7A98C21-6DA3-4EAA-BE86-CA8B8DA30D86}" vid="{1A7ECE5D-34D4-4790-BD0C-50068CB304F0}"/>
    </a:ext>
  </a:extLst>
</a:theme>
</file>

<file path=ppt/theme/theme3.xml><?xml version="1.0" encoding="utf-8"?>
<a:theme xmlns:a="http://schemas.openxmlformats.org/drawingml/2006/main" name="Set 3">
  <a:themeElements>
    <a:clrScheme name="Honeywell Aerospace">
      <a:dk1>
        <a:sysClr val="windowText" lastClr="000000"/>
      </a:dk1>
      <a:lt1>
        <a:sysClr val="window" lastClr="FFFFFF"/>
      </a:lt1>
      <a:dk2>
        <a:srgbClr val="1E1E25"/>
      </a:dk2>
      <a:lt2>
        <a:srgbClr val="EAEBEB"/>
      </a:lt2>
      <a:accent1>
        <a:srgbClr val="FF4400"/>
      </a:accent1>
      <a:accent2>
        <a:srgbClr val="777E80"/>
      </a:accent2>
      <a:accent3>
        <a:srgbClr val="CDCFD0"/>
      </a:accent3>
      <a:accent4>
        <a:srgbClr val="384348"/>
      </a:accent4>
      <a:accent5>
        <a:srgbClr val="BC0E0D"/>
      </a:accent5>
      <a:accent6>
        <a:srgbClr val="3D9295"/>
      </a:accent6>
      <a:hlink>
        <a:srgbClr val="467886"/>
      </a:hlink>
      <a:folHlink>
        <a:srgbClr val="96607D"/>
      </a:folHlink>
    </a:clrScheme>
    <a:fontScheme name="Honeywell Aerospace">
      <a:majorFont>
        <a:latin typeface="Aptos Light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neywell_Aerospace_PowerPoint_Template_062523" id="{F7A98C21-6DA3-4EAA-BE86-CA8B8DA30D86}" vid="{95AC8148-6F05-41A8-9D02-73A6564DFED6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Honeywell Aerospace">
    <a:dk1>
      <a:srgbClr val="000000"/>
    </a:dk1>
    <a:lt1>
      <a:srgbClr val="FFFFFF"/>
    </a:lt1>
    <a:dk2>
      <a:srgbClr val="1E1E25"/>
    </a:dk2>
    <a:lt2>
      <a:srgbClr val="EAEBEB"/>
    </a:lt2>
    <a:accent1>
      <a:srgbClr val="FF4400"/>
    </a:accent1>
    <a:accent2>
      <a:srgbClr val="A9ADAE"/>
    </a:accent2>
    <a:accent3>
      <a:srgbClr val="D5D7D8"/>
    </a:accent3>
    <a:accent4>
      <a:srgbClr val="384348"/>
    </a:accent4>
    <a:accent5>
      <a:srgbClr val="BC0E0D"/>
    </a:accent5>
    <a:accent6>
      <a:srgbClr val="2C6A6E"/>
    </a:accent6>
    <a:hlink>
      <a:srgbClr val="2C6A6E"/>
    </a:hlink>
    <a:folHlink>
      <a:srgbClr val="96607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D3C629AF874B4E9F0F1649EE538AAE" ma:contentTypeVersion="13" ma:contentTypeDescription="Create a new document." ma:contentTypeScope="" ma:versionID="655b3d10b7dda1b9cb5d04f97ae3fc8b">
  <xsd:schema xmlns:xsd="http://www.w3.org/2001/XMLSchema" xmlns:xs="http://www.w3.org/2001/XMLSchema" xmlns:p="http://schemas.microsoft.com/office/2006/metadata/properties" xmlns:ns2="acf49395-6e99-4d79-9843-77294b7a0caa" xmlns:ns3="d2d991d3-79ae-4ba6-aefb-d9a06c626598" targetNamespace="http://schemas.microsoft.com/office/2006/metadata/properties" ma:root="true" ma:fieldsID="8edaa34f8e25f2e7a310599b95909767" ns2:_="" ns3:_="">
    <xsd:import namespace="acf49395-6e99-4d79-9843-77294b7a0caa"/>
    <xsd:import namespace="d2d991d3-79ae-4ba6-aefb-d9a06c6265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f49395-6e99-4d79-9843-77294b7a0c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fieldId="{5cf76f15-5ced-4ddc-b409-7134ff3c332f}" ma:taxonomyMulti="true" ma:sspId="00000000-0000-0000-0000-000000000000" ma:termSetId="00000000-0000-0000-0000-00000000000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d991d3-79ae-4ba6-aefb-d9a06c62659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bb804d-8a2a-4939-8047-e446d0c506ce}" ma:internalName="TaxCatchAll" ma:showField="CatchAllData" ma:web="d2d991d3-79ae-4ba6-aefb-d9a06c6265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cf49395-6e99-4d79-9843-77294b7a0caa">
      <Terms xmlns="http://schemas.microsoft.com/office/infopath/2007/PartnerControls"/>
    </lcf76f155ced4ddcb4097134ff3c332f>
    <TaxCatchAll xmlns="d2d991d3-79ae-4ba6-aefb-d9a06c62659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FCF420-A50E-49FC-A42B-CCAF9A174F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f49395-6e99-4d79-9843-77294b7a0caa"/>
    <ds:schemaRef ds:uri="d2d991d3-79ae-4ba6-aefb-d9a06c6265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A47E2BD-1A1A-45D8-A031-B0CAC521F0E6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b969dbd3-d66b-4adb-83b6-27642dad1043"/>
    <ds:schemaRef ds:uri="http://purl.org/dc/terms/"/>
    <ds:schemaRef ds:uri="http://schemas.microsoft.com/office/2006/metadata/properties"/>
    <ds:schemaRef ds:uri="http://www.w3.org/XML/1998/namespace"/>
    <ds:schemaRef ds:uri="http://purl.org/dc/elements/1.1/"/>
    <ds:schemaRef ds:uri="http://schemas.openxmlformats.org/package/2006/metadata/core-properties"/>
    <ds:schemaRef ds:uri="63d5e99c-49fe-4f03-b25c-f8bcf8861039"/>
    <ds:schemaRef ds:uri="acf49395-6e99-4d79-9843-77294b7a0caa"/>
    <ds:schemaRef ds:uri="d2d991d3-79ae-4ba6-aefb-d9a06c626598"/>
  </ds:schemaRefs>
</ds:datastoreItem>
</file>

<file path=customXml/itemProps3.xml><?xml version="1.0" encoding="utf-8"?>
<ds:datastoreItem xmlns:ds="http://schemas.openxmlformats.org/officeDocument/2006/customXml" ds:itemID="{BD11FCB3-78AE-46CF-8C52-558F63D1075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ee0f640-a56a-42e2-b6b0-038f80e79f5c}" enabled="1" method="Standard" siteId="{088ba556-7df5-4286-96d5-06283c06d16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Set 1</Template>
  <TotalTime>443</TotalTime>
  <Words>441</Words>
  <Application>Microsoft Office PowerPoint</Application>
  <PresentationFormat>Widescreen</PresentationFormat>
  <Paragraphs>120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Aptos</vt:lpstr>
      <vt:lpstr>Aptos Light</vt:lpstr>
      <vt:lpstr>Arial</vt:lpstr>
      <vt:lpstr>Segoe UI</vt:lpstr>
      <vt:lpstr>Wingdings</vt:lpstr>
      <vt:lpstr>Set 1</vt:lpstr>
      <vt:lpstr>Set 2</vt:lpstr>
      <vt:lpstr>Set 3</vt:lpstr>
      <vt:lpstr>Coverity Findings Analyzer</vt:lpstr>
      <vt:lpstr>PowerPoint Presentation</vt:lpstr>
      <vt:lpstr>PowerPoint Presentation</vt:lpstr>
      <vt:lpstr>Coverity Platform vs Coverity Findings Analyzer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Baker, Bo</dc:creator>
  <cp:keywords>aecs=US|994|EC|EC|P|N</cp:keywords>
  <cp:lastModifiedBy>Rakesh, Boya</cp:lastModifiedBy>
  <cp:revision>48</cp:revision>
  <cp:lastPrinted>2026-06-25T12:13:36Z</cp:lastPrinted>
  <dcterms:created xsi:type="dcterms:W3CDTF">2026-06-26T00:35:38Z</dcterms:created>
  <dcterms:modified xsi:type="dcterms:W3CDTF">2026-07-30T15:46:07Z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0x01010030D3C629AF874B4E9F0F1649EE538AAE</vt:lpwstr>
  </property>
  <property fmtid="{D5CDD505-2E9C-101B-9397-08002B2CF9AE}" pid="3" name="MediaServiceImageTags">
    <vt:lpwstr/>
  </property>
</Properties>
</file>