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2139" y="107156"/>
            <a:ext cx="3384697" cy="5836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56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Honeywell </a:t>
            </a:r>
            <a:r>
              <a:rPr sz="2456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6883" y="133945"/>
            <a:ext cx="2356883" cy="46271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47" b="1">
                <a:solidFill>
                  <a:srgbClr val="EE6E1E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CNS AI Day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84" y="607218"/>
            <a:ext cx="12701476" cy="10457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4402" b="1">
                <a:solidFill>
                  <a:srgbClr val="F9FBFC"/>
                </a:solidFill>
                <a:latin typeface="Segoe UI"/>
                <a:effectLst>
                  <a:glow rad="101600">
                    <a:srgbClr val="EE7622">
                      <a:alpha val="60000"/>
                    </a:srgbClr>
                  </a:glow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COVERITY FINDINGS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974" y="1276945"/>
            <a:ext cx="11171052" cy="5763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426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AI-Developed, Rule-Based Static Analysis for Aerospace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720" y="1893093"/>
            <a:ext cx="2711025" cy="57831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34" b="1">
                <a:solidFill>
                  <a:srgbClr val="EE6E1E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116" y="2339578"/>
            <a:ext cx="2835348" cy="4282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2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Aerospace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976" y="2518171"/>
            <a:ext cx="2737883" cy="41363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41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- DO-178C, MISRA, CERT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837" y="2946796"/>
            <a:ext cx="2684720" cy="4061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09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100% Secure &amp;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76" y="3214687"/>
            <a:ext cx="3154325" cy="3947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61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- Source never leaves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837" y="3545085"/>
            <a:ext cx="2710886" cy="4081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18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No AI Tokens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76" y="3812976"/>
            <a:ext cx="2197395" cy="3961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67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- Runs 100%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837" y="4152304"/>
            <a:ext cx="3189628" cy="4259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792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Reduces SME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76" y="4420195"/>
            <a:ext cx="1905000" cy="3880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3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- 80%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1511" y="1902023"/>
            <a:ext cx="3782726" cy="53403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248" b="1">
                <a:solidFill>
                  <a:srgbClr val="EE6E1E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MANUAL vs 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5441" y="2393156"/>
            <a:ext cx="1967023" cy="3165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32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MANUAL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534" y="2393156"/>
            <a:ext cx="2285861" cy="3182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39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AUTOMATED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1139" y="2741414"/>
            <a:ext cx="2223976" cy="3068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91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10-15 minutes per defect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2279" y="3036093"/>
            <a:ext cx="1426534" cy="3143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2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Source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1139" y="3232546"/>
            <a:ext cx="2046767" cy="30500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8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Investigation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2279" y="3536156"/>
            <a:ext cx="2356883" cy="3132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18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Context Analysis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2279" y="3804046"/>
            <a:ext cx="1594883" cy="36461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34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Disposition &amp;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2279" y="4036218"/>
            <a:ext cx="2232837" cy="3046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82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Documentation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1697" y="2750343"/>
            <a:ext cx="2064488" cy="3079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96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1-2 minutes per defect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3976" y="3134320"/>
            <a:ext cx="1940441" cy="3128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16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Automated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42837" y="3500437"/>
            <a:ext cx="1975883" cy="3123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14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One Controlled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2837" y="3866554"/>
            <a:ext cx="1506279" cy="307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9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Higher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029" y="4348757"/>
            <a:ext cx="5174290" cy="6240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627" b="1">
                <a:solidFill>
                  <a:srgbClr val="F6962D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~90% Time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1558" y="1937742"/>
            <a:ext cx="1887002" cy="2911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25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* AI used to DEVELOP,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1558" y="2107406"/>
            <a:ext cx="2091069" cy="3068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91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analysis is RULE-BASED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7988" y="3402210"/>
            <a:ext cx="2658139" cy="3184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40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HTML/Excel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7988" y="3598664"/>
            <a:ext cx="2658139" cy="3270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76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8069" y="4402335"/>
            <a:ext cx="2658139" cy="3747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577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Rules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488" y="4634507"/>
            <a:ext cx="2658139" cy="332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98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AI Developed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3639" y="4839890"/>
            <a:ext cx="2658139" cy="3154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27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20+ Checker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57860" y="5447109"/>
            <a:ext cx="1027813" cy="3550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94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Smart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4325" y="5688210"/>
            <a:ext cx="1594883" cy="3724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67" b="1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Dispositions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5023" y="5572125"/>
            <a:ext cx="2108375" cy="3484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67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AI used to DEVELOP,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5023" y="5768578"/>
            <a:ext cx="2161953" cy="31203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1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analysis is RULE-BASED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023" y="5009554"/>
            <a:ext cx="4527420" cy="56111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362" b="1">
                <a:solidFill>
                  <a:srgbClr val="EE6E1E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COST SAVINGS PER PROGRAM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418" y="5411390"/>
            <a:ext cx="6308512" cy="4802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21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RL1 (1,000 defects): 250 hrs → 33 hrs = </a:t>
            </a:r>
            <a:r>
              <a:rPr sz="2021" b="1">
                <a:solidFill>
                  <a:srgbClr val="F6962D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217 hrs SAVED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418" y="5741789"/>
            <a:ext cx="7088233" cy="47611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4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Program (4,000 defects): 1000 hrs → 133 hrs = </a:t>
            </a:r>
            <a:r>
              <a:rPr sz="2004" b="1">
                <a:solidFill>
                  <a:srgbClr val="F6962D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867 hrs SAVED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418" y="6063257"/>
            <a:ext cx="5289697" cy="4764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5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Cost: $7,595 - $30,345 per release (at $30/hr)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599" y="6581179"/>
            <a:ext cx="10703220" cy="31449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23" b="0">
                <a:solidFill>
                  <a:srgbClr val="F9FBFC"/>
                </a:solidFill>
                <a:latin typeface="Segoe UI"/>
                <a:effectLst>
                  <a:outerShdw blurRad="50800" dist="25400" dir="5400000" algn="bl" rotWithShape="0">
                    <a:srgbClr val="000000">
                      <a:alpha val="55000"/>
                    </a:srgbClr>
                  </a:outerShdw>
                </a:effectLst>
              </a:rPr>
              <a:t>Rakesh Boya | Tool Owner &amp; Developer | Honeywell Aerospace | CNS AI Day 2026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