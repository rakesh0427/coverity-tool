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/>
            </a:pPr>
            <a:r>
              <a:t>🤖 COVERITY FINDINGS ANALYZER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AI-Developed, Rule-Based Static Analysis for Aerospace</a:t>
            </a:r>
          </a:p>
          <a:p>
            <a:r>
              <a:t>CNS AI Day 2026 | Rakesh Boya | Honeywell Aerospace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/>
            </a:pPr>
            <a:r>
              <a:t>Key Features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🎯 CORE FEATURES</a:t>
            </a:r>
          </a:p>
          <a:p>
            <a:r>
              <a:t>• Aerospace Compliance: DO-178C, MISRA, CERT</a:t>
            </a:r>
          </a:p>
          <a:p>
            <a:r>
              <a:t>• 100% Secure &amp; Offline: Source never leaves machine</a:t>
            </a:r>
          </a:p>
          <a:p>
            <a:r>
              <a:t>• No AI Tokens Required: Runs 100% offline</a:t>
            </a:r>
          </a:p>
          <a:p>
            <a:r>
              <a:t>• Reduces SME Dependency: 80% reduction</a:t>
            </a:r>
          </a:p>
          <a:p/>
          <a:p>
            <a:r>
              <a:t>⚖️ MANUAL vs AUTOMATED</a:t>
            </a:r>
          </a:p>
          <a:p>
            <a:r>
              <a:t>👨‍💻 MANUAL: ⏱️ 10-15 min/defect, 🔍 Investigation, 📝 Documentation</a:t>
            </a:r>
          </a:p>
          <a:p>
            <a:r>
              <a:t>🤖 AUTOMATED: ⚡ 1-2 min/defect, 🎯 Automated, 🔄 Controlled Flow</a:t>
            </a:r>
          </a:p>
          <a:p>
            <a:r>
              <a:t>~90% Time Reduction</a:t>
            </a:r>
          </a:p>
          <a:p/>
          <a:p>
            <a:r>
              <a:t>💰 COST SAVINGS PER PROGRAM:</a:t>
            </a:r>
          </a:p>
          <a:p>
            <a:r>
              <a:t>• RL1: 217 hrs SAVED</a:t>
            </a:r>
          </a:p>
          <a:p>
            <a:r>
              <a:t>• Program: 867 hrs SAVED</a:t>
            </a:r>
          </a:p>
          <a:p>
            <a:r>
              <a:t>• Cost: $7,595-$30,345 per 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